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8288000" cy="10287000"/>
  <p:notesSz cx="6858000" cy="9144000"/>
  <p:embeddedFontLst>
    <p:embeddedFont>
      <p:font typeface="Fira Code" charset="1" panose="020B0809050000020004"/>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5.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2.pn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 Id="rId5" Target="../media/image17.png" Type="http://schemas.openxmlformats.org/officeDocument/2006/relationships/image"/><Relationship Id="rId6" Target="../media/image1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jpeg" Type="http://schemas.openxmlformats.org/officeDocument/2006/relationships/image"/><Relationship Id="rId3" Target="../media/image20.jpeg" Type="http://schemas.openxmlformats.org/officeDocument/2006/relationships/image"/><Relationship Id="rId4" Target="../media/image21.jpeg" Type="http://schemas.openxmlformats.org/officeDocument/2006/relationships/image"/><Relationship Id="rId5" Target="../media/image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2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25.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26.jpeg" Type="http://schemas.openxmlformats.org/officeDocument/2006/relationships/image"/><Relationship Id="rId4" Target="../media/image27.jpeg" Type="http://schemas.openxmlformats.org/officeDocument/2006/relationships/image"/><Relationship Id="rId5" Target="../media/image28.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jpeg" Type="http://schemas.openxmlformats.org/officeDocument/2006/relationships/image"/><Relationship Id="rId3" Target="../media/image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2.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png" Type="http://schemas.openxmlformats.org/officeDocument/2006/relationships/image"/><Relationship Id="rId11" Target="../media/image35.png" Type="http://schemas.openxmlformats.org/officeDocument/2006/relationships/image"/><Relationship Id="rId12" Target="../media/image36.png" Type="http://schemas.openxmlformats.org/officeDocument/2006/relationships/image"/><Relationship Id="rId13" Target="../media/image11.png" Type="http://schemas.openxmlformats.org/officeDocument/2006/relationships/image"/><Relationship Id="rId14" Target="../media/image37.png" Type="http://schemas.openxmlformats.org/officeDocument/2006/relationships/image"/><Relationship Id="rId15" Target="../media/image31.png" Type="http://schemas.openxmlformats.org/officeDocument/2006/relationships/image"/><Relationship Id="rId16" Target="../media/image6.png" Type="http://schemas.openxmlformats.org/officeDocument/2006/relationships/image"/><Relationship Id="rId17" Target="../media/image15.png" Type="http://schemas.openxmlformats.org/officeDocument/2006/relationships/image"/><Relationship Id="rId18" Target="../media/image16.svg" Type="http://schemas.openxmlformats.org/officeDocument/2006/relationships/image"/><Relationship Id="rId19" Target="../media/image17.png" Type="http://schemas.openxmlformats.org/officeDocument/2006/relationships/image"/><Relationship Id="rId2" Target="../media/image2.png" Type="http://schemas.openxmlformats.org/officeDocument/2006/relationships/image"/><Relationship Id="rId20" Target="../media/image18.svg" Type="http://schemas.openxmlformats.org/officeDocument/2006/relationships/image"/><Relationship Id="rId21" Target="../media/image12.png" Type="http://schemas.openxmlformats.org/officeDocument/2006/relationships/image"/><Relationship Id="rId22" Target="../media/image13.svg" Type="http://schemas.openxmlformats.org/officeDocument/2006/relationships/image"/><Relationship Id="rId23" Target="../media/image7.png" Type="http://schemas.openxmlformats.org/officeDocument/2006/relationships/image"/><Relationship Id="rId24" Target="../media/image8.svg" Type="http://schemas.openxmlformats.org/officeDocument/2006/relationships/image"/><Relationship Id="rId25" Target="../media/image9.png" Type="http://schemas.openxmlformats.org/officeDocument/2006/relationships/image"/><Relationship Id="rId26" Target="../media/image10.svg" Type="http://schemas.openxmlformats.org/officeDocument/2006/relationships/image"/><Relationship Id="rId3" Target="../media/image1.png" Type="http://schemas.openxmlformats.org/officeDocument/2006/relationships/image"/><Relationship Id="rId4" Target="../media/image32.png" Type="http://schemas.openxmlformats.org/officeDocument/2006/relationships/image"/><Relationship Id="rId5" Target="../media/image30.png" Type="http://schemas.openxmlformats.org/officeDocument/2006/relationships/image"/><Relationship Id="rId6" Target="../media/image33.png" Type="http://schemas.openxmlformats.org/officeDocument/2006/relationships/image"/><Relationship Id="rId7" Target="../media/image34.png" Type="http://schemas.openxmlformats.org/officeDocument/2006/relationships/image"/><Relationship Id="rId8" Target="../media/image23.png" Type="http://schemas.openxmlformats.org/officeDocument/2006/relationships/image"/><Relationship Id="rId9" Target="../media/image3.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8.png" Type="http://schemas.openxmlformats.org/officeDocument/2006/relationships/image"/><Relationship Id="rId4" Target="../media/image39.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9172575" y="2400398"/>
            <a:ext cx="8520322" cy="6314739"/>
          </a:xfrm>
          <a:custGeom>
            <a:avLst/>
            <a:gdLst/>
            <a:ahLst/>
            <a:cxnLst/>
            <a:rect r="r" b="b" t="t" l="l"/>
            <a:pathLst>
              <a:path h="6314739" w="8520322">
                <a:moveTo>
                  <a:pt x="0" y="0"/>
                </a:moveTo>
                <a:lnTo>
                  <a:pt x="8520322" y="0"/>
                </a:lnTo>
                <a:lnTo>
                  <a:pt x="8520322" y="6314739"/>
                </a:lnTo>
                <a:lnTo>
                  <a:pt x="0" y="6314739"/>
                </a:lnTo>
                <a:lnTo>
                  <a:pt x="0" y="0"/>
                </a:lnTo>
                <a:close/>
              </a:path>
            </a:pathLst>
          </a:custGeom>
          <a:blipFill>
            <a:blip r:embed="rId2"/>
            <a:stretch>
              <a:fillRect l="0" t="0" r="0" b="0"/>
            </a:stretch>
          </a:blipFill>
        </p:spPr>
      </p:sp>
      <p:grpSp>
        <p:nvGrpSpPr>
          <p:cNvPr name="Group 3" id="3"/>
          <p:cNvGrpSpPr/>
          <p:nvPr/>
        </p:nvGrpSpPr>
        <p:grpSpPr>
          <a:xfrm rot="0">
            <a:off x="1028700" y="8067394"/>
            <a:ext cx="6077845" cy="899825"/>
            <a:chOff x="0" y="0"/>
            <a:chExt cx="1600749" cy="236991"/>
          </a:xfrm>
        </p:grpSpPr>
        <p:sp>
          <p:nvSpPr>
            <p:cNvPr name="Freeform 4" id="4"/>
            <p:cNvSpPr/>
            <p:nvPr/>
          </p:nvSpPr>
          <p:spPr>
            <a:xfrm flipH="false" flipV="false" rot="0">
              <a:off x="0" y="0"/>
              <a:ext cx="1600749" cy="236991"/>
            </a:xfrm>
            <a:custGeom>
              <a:avLst/>
              <a:gdLst/>
              <a:ahLst/>
              <a:cxnLst/>
              <a:rect r="r" b="b" t="t" l="l"/>
              <a:pathLst>
                <a:path h="236991" w="1600749">
                  <a:moveTo>
                    <a:pt x="30571" y="0"/>
                  </a:moveTo>
                  <a:lnTo>
                    <a:pt x="1570178" y="0"/>
                  </a:lnTo>
                  <a:cubicBezTo>
                    <a:pt x="1578286" y="0"/>
                    <a:pt x="1586062" y="3221"/>
                    <a:pt x="1591795" y="8954"/>
                  </a:cubicBezTo>
                  <a:cubicBezTo>
                    <a:pt x="1597528" y="14687"/>
                    <a:pt x="1600749" y="22463"/>
                    <a:pt x="1600749" y="30571"/>
                  </a:cubicBezTo>
                  <a:lnTo>
                    <a:pt x="1600749" y="206420"/>
                  </a:lnTo>
                  <a:cubicBezTo>
                    <a:pt x="1600749" y="223304"/>
                    <a:pt x="1587062" y="236991"/>
                    <a:pt x="1570178" y="236991"/>
                  </a:cubicBezTo>
                  <a:lnTo>
                    <a:pt x="30571" y="236991"/>
                  </a:lnTo>
                  <a:cubicBezTo>
                    <a:pt x="22463" y="236991"/>
                    <a:pt x="14687" y="233770"/>
                    <a:pt x="8954" y="228037"/>
                  </a:cubicBezTo>
                  <a:cubicBezTo>
                    <a:pt x="3221" y="222304"/>
                    <a:pt x="0" y="214528"/>
                    <a:pt x="0" y="206420"/>
                  </a:cubicBezTo>
                  <a:lnTo>
                    <a:pt x="0" y="30571"/>
                  </a:lnTo>
                  <a:cubicBezTo>
                    <a:pt x="0" y="22463"/>
                    <a:pt x="3221" y="14687"/>
                    <a:pt x="8954" y="8954"/>
                  </a:cubicBezTo>
                  <a:cubicBezTo>
                    <a:pt x="14687" y="3221"/>
                    <a:pt x="22463" y="0"/>
                    <a:pt x="30571" y="0"/>
                  </a:cubicBezTo>
                  <a:close/>
                </a:path>
              </a:pathLst>
            </a:custGeom>
            <a:solidFill>
              <a:srgbClr val="FFC535"/>
            </a:solidFill>
            <a:ln cap="rnd">
              <a:noFill/>
              <a:prstDash val="solid"/>
              <a:round/>
            </a:ln>
          </p:spPr>
        </p:sp>
        <p:sp>
          <p:nvSpPr>
            <p:cNvPr name="TextBox 5" id="5"/>
            <p:cNvSpPr txBox="true"/>
            <p:nvPr/>
          </p:nvSpPr>
          <p:spPr>
            <a:xfrm>
              <a:off x="0" y="-38100"/>
              <a:ext cx="1600749" cy="275091"/>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5400000">
            <a:off x="3302655" y="-3708842"/>
            <a:ext cx="11927910" cy="18533220"/>
          </a:xfrm>
          <a:custGeom>
            <a:avLst/>
            <a:gdLst/>
            <a:ahLst/>
            <a:cxnLst/>
            <a:rect r="r" b="b" t="t" l="l"/>
            <a:pathLst>
              <a:path h="18533220" w="11927910">
                <a:moveTo>
                  <a:pt x="0" y="0"/>
                </a:moveTo>
                <a:lnTo>
                  <a:pt x="11927910" y="0"/>
                </a:lnTo>
                <a:lnTo>
                  <a:pt x="11927910" y="18533220"/>
                </a:lnTo>
                <a:lnTo>
                  <a:pt x="0" y="18533220"/>
                </a:lnTo>
                <a:lnTo>
                  <a:pt x="0" y="0"/>
                </a:lnTo>
                <a:close/>
              </a:path>
            </a:pathLst>
          </a:custGeom>
          <a:blipFill>
            <a:blip r:embed="rId3">
              <a:alphaModFix amt="50000"/>
            </a:blip>
            <a:stretch>
              <a:fillRect l="0" t="-7208" r="0" b="-7208"/>
            </a:stretch>
          </a:blipFill>
        </p:spPr>
      </p:sp>
      <p:sp>
        <p:nvSpPr>
          <p:cNvPr name="AutoShape 7" id="7"/>
          <p:cNvSpPr/>
          <p:nvPr/>
        </p:nvSpPr>
        <p:spPr>
          <a:xfrm>
            <a:off x="4789018" y="8498257"/>
            <a:ext cx="1892134" cy="0"/>
          </a:xfrm>
          <a:prstGeom prst="line">
            <a:avLst/>
          </a:prstGeom>
          <a:ln cap="flat" w="38100">
            <a:solidFill>
              <a:srgbClr val="000000"/>
            </a:solidFill>
            <a:prstDash val="solid"/>
            <a:headEnd type="none" len="sm" w="sm"/>
            <a:tailEnd type="arrow" len="sm" w="med"/>
          </a:ln>
        </p:spPr>
      </p:sp>
      <p:grpSp>
        <p:nvGrpSpPr>
          <p:cNvPr name="Group 8" id="8"/>
          <p:cNvGrpSpPr/>
          <p:nvPr/>
        </p:nvGrpSpPr>
        <p:grpSpPr>
          <a:xfrm rot="0">
            <a:off x="635426" y="606641"/>
            <a:ext cx="17262368" cy="844118"/>
            <a:chOff x="0" y="0"/>
            <a:chExt cx="23016491" cy="1125490"/>
          </a:xfrm>
        </p:grpSpPr>
        <p:grpSp>
          <p:nvGrpSpPr>
            <p:cNvPr name="Group 9" id="9"/>
            <p:cNvGrpSpPr/>
            <p:nvPr/>
          </p:nvGrpSpPr>
          <p:grpSpPr>
            <a:xfrm rot="0">
              <a:off x="0" y="0"/>
              <a:ext cx="23016491" cy="1125490"/>
              <a:chOff x="0" y="0"/>
              <a:chExt cx="4546467" cy="222319"/>
            </a:xfrm>
          </p:grpSpPr>
          <p:sp>
            <p:nvSpPr>
              <p:cNvPr name="Freeform 10" id="10"/>
              <p:cNvSpPr/>
              <p:nvPr/>
            </p:nvSpPr>
            <p:spPr>
              <a:xfrm flipH="false" flipV="false" rot="0">
                <a:off x="0" y="0"/>
                <a:ext cx="4546467" cy="222319"/>
              </a:xfrm>
              <a:custGeom>
                <a:avLst/>
                <a:gdLst/>
                <a:ahLst/>
                <a:cxnLst/>
                <a:rect r="r" b="b" t="t" l="l"/>
                <a:pathLst>
                  <a:path h="222319" w="4546467">
                    <a:moveTo>
                      <a:pt x="22873" y="0"/>
                    </a:moveTo>
                    <a:lnTo>
                      <a:pt x="4523595" y="0"/>
                    </a:lnTo>
                    <a:cubicBezTo>
                      <a:pt x="4529661" y="0"/>
                      <a:pt x="4535479" y="2410"/>
                      <a:pt x="4539768" y="6699"/>
                    </a:cubicBezTo>
                    <a:cubicBezTo>
                      <a:pt x="4544058" y="10989"/>
                      <a:pt x="4546467" y="16807"/>
                      <a:pt x="4546467" y="22873"/>
                    </a:cubicBezTo>
                    <a:lnTo>
                      <a:pt x="4546467" y="199446"/>
                    </a:lnTo>
                    <a:cubicBezTo>
                      <a:pt x="4546467" y="212079"/>
                      <a:pt x="4536227" y="222319"/>
                      <a:pt x="4523595" y="222319"/>
                    </a:cubicBezTo>
                    <a:lnTo>
                      <a:pt x="22873" y="222319"/>
                    </a:lnTo>
                    <a:cubicBezTo>
                      <a:pt x="10240" y="222319"/>
                      <a:pt x="0" y="212079"/>
                      <a:pt x="0" y="199446"/>
                    </a:cubicBezTo>
                    <a:lnTo>
                      <a:pt x="0" y="22873"/>
                    </a:lnTo>
                    <a:cubicBezTo>
                      <a:pt x="0" y="10240"/>
                      <a:pt x="10240" y="0"/>
                      <a:pt x="22873" y="0"/>
                    </a:cubicBezTo>
                    <a:close/>
                  </a:path>
                </a:pathLst>
              </a:custGeom>
              <a:ln w="19050" cap="rnd">
                <a:solidFill>
                  <a:srgbClr val="FFFFFF"/>
                </a:solidFill>
                <a:prstDash val="solid"/>
                <a:round/>
              </a:ln>
            </p:spPr>
          </p:sp>
          <p:sp>
            <p:nvSpPr>
              <p:cNvPr name="TextBox 11" id="11"/>
              <p:cNvSpPr txBox="true"/>
              <p:nvPr/>
            </p:nvSpPr>
            <p:spPr>
              <a:xfrm>
                <a:off x="0" y="-38100"/>
                <a:ext cx="4546467" cy="260419"/>
              </a:xfrm>
              <a:prstGeom prst="rect">
                <a:avLst/>
              </a:prstGeom>
            </p:spPr>
            <p:txBody>
              <a:bodyPr anchor="ctr" rtlCol="false" tIns="50800" lIns="50800" bIns="50800" rIns="50800"/>
              <a:lstStyle/>
              <a:p>
                <a:pPr algn="ctr">
                  <a:lnSpc>
                    <a:spcPts val="2659"/>
                  </a:lnSpc>
                </a:pPr>
              </a:p>
            </p:txBody>
          </p:sp>
        </p:grpSp>
        <p:sp>
          <p:nvSpPr>
            <p:cNvPr name="AutoShape 12" id="12"/>
            <p:cNvSpPr/>
            <p:nvPr/>
          </p:nvSpPr>
          <p:spPr>
            <a:xfrm>
              <a:off x="22130073" y="368470"/>
              <a:ext cx="350965" cy="383162"/>
            </a:xfrm>
            <a:prstGeom prst="line">
              <a:avLst/>
            </a:prstGeom>
            <a:ln cap="rnd" w="25400">
              <a:solidFill>
                <a:srgbClr val="FFFFFF"/>
              </a:solidFill>
              <a:prstDash val="solid"/>
              <a:headEnd type="none" len="sm" w="sm"/>
              <a:tailEnd type="none" len="sm" w="sm"/>
            </a:ln>
          </p:spPr>
        </p:sp>
        <p:sp>
          <p:nvSpPr>
            <p:cNvPr name="AutoShape 13" id="13"/>
            <p:cNvSpPr/>
            <p:nvPr/>
          </p:nvSpPr>
          <p:spPr>
            <a:xfrm flipH="true">
              <a:off x="22130073" y="377728"/>
              <a:ext cx="339363" cy="373904"/>
            </a:xfrm>
            <a:prstGeom prst="line">
              <a:avLst/>
            </a:prstGeom>
            <a:ln cap="rnd" w="25400">
              <a:solidFill>
                <a:srgbClr val="FFFFFF"/>
              </a:solidFill>
              <a:prstDash val="solid"/>
              <a:headEnd type="none" len="sm" w="sm"/>
              <a:tailEnd type="none" len="sm" w="sm"/>
            </a:ln>
          </p:spPr>
        </p:sp>
        <p:sp>
          <p:nvSpPr>
            <p:cNvPr name="AutoShape 14" id="14"/>
            <p:cNvSpPr/>
            <p:nvPr/>
          </p:nvSpPr>
          <p:spPr>
            <a:xfrm>
              <a:off x="20624713" y="560051"/>
              <a:ext cx="501367" cy="0"/>
            </a:xfrm>
            <a:prstGeom prst="line">
              <a:avLst/>
            </a:prstGeom>
            <a:ln cap="rnd" w="25400">
              <a:solidFill>
                <a:srgbClr val="FFFFFF"/>
              </a:solidFill>
              <a:prstDash val="solid"/>
              <a:headEnd type="none" len="sm" w="sm"/>
              <a:tailEnd type="none" len="sm" w="sm"/>
            </a:ln>
          </p:spPr>
        </p:sp>
        <p:grpSp>
          <p:nvGrpSpPr>
            <p:cNvPr name="Group 15" id="15"/>
            <p:cNvGrpSpPr/>
            <p:nvPr/>
          </p:nvGrpSpPr>
          <p:grpSpPr>
            <a:xfrm rot="0">
              <a:off x="21430813" y="361957"/>
              <a:ext cx="385123" cy="389674"/>
              <a:chOff x="0" y="0"/>
              <a:chExt cx="76074" cy="76973"/>
            </a:xfrm>
          </p:grpSpPr>
          <p:sp>
            <p:nvSpPr>
              <p:cNvPr name="Freeform 16" id="16"/>
              <p:cNvSpPr/>
              <p:nvPr/>
            </p:nvSpPr>
            <p:spPr>
              <a:xfrm flipH="false" flipV="false" rot="0">
                <a:off x="0" y="0"/>
                <a:ext cx="76074" cy="76973"/>
              </a:xfrm>
              <a:custGeom>
                <a:avLst/>
                <a:gdLst/>
                <a:ahLst/>
                <a:cxnLst/>
                <a:rect r="r" b="b" t="t" l="l"/>
                <a:pathLst>
                  <a:path h="76973" w="76074">
                    <a:moveTo>
                      <a:pt x="38037" y="0"/>
                    </a:moveTo>
                    <a:lnTo>
                      <a:pt x="38037" y="0"/>
                    </a:lnTo>
                    <a:cubicBezTo>
                      <a:pt x="59044" y="0"/>
                      <a:pt x="76074" y="17030"/>
                      <a:pt x="76074" y="38037"/>
                    </a:cubicBezTo>
                    <a:lnTo>
                      <a:pt x="76074" y="38936"/>
                    </a:lnTo>
                    <a:cubicBezTo>
                      <a:pt x="76074" y="59943"/>
                      <a:pt x="59044" y="76973"/>
                      <a:pt x="38037" y="76973"/>
                    </a:cubicBezTo>
                    <a:lnTo>
                      <a:pt x="38037" y="76973"/>
                    </a:lnTo>
                    <a:cubicBezTo>
                      <a:pt x="17030" y="76973"/>
                      <a:pt x="0" y="59943"/>
                      <a:pt x="0" y="38936"/>
                    </a:cubicBezTo>
                    <a:lnTo>
                      <a:pt x="0" y="38037"/>
                    </a:lnTo>
                    <a:cubicBezTo>
                      <a:pt x="0" y="17030"/>
                      <a:pt x="17030" y="0"/>
                      <a:pt x="38037" y="0"/>
                    </a:cubicBezTo>
                    <a:close/>
                  </a:path>
                </a:pathLst>
              </a:custGeom>
              <a:ln w="28575" cap="sq">
                <a:solidFill>
                  <a:srgbClr val="FFFFFF"/>
                </a:solidFill>
                <a:prstDash val="solid"/>
                <a:miter/>
              </a:ln>
            </p:spPr>
          </p:sp>
          <p:sp>
            <p:nvSpPr>
              <p:cNvPr name="TextBox 17" id="17"/>
              <p:cNvSpPr txBox="true"/>
              <p:nvPr/>
            </p:nvSpPr>
            <p:spPr>
              <a:xfrm>
                <a:off x="0" y="-38100"/>
                <a:ext cx="76074" cy="115073"/>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524366" y="222809"/>
              <a:ext cx="7965546" cy="622723"/>
            </a:xfrm>
            <a:prstGeom prst="rect">
              <a:avLst/>
            </a:prstGeom>
          </p:spPr>
          <p:txBody>
            <a:bodyPr anchor="t" rtlCol="false" tIns="0" lIns="0" bIns="0" rIns="0">
              <a:spAutoFit/>
            </a:bodyPr>
            <a:lstStyle/>
            <a:p>
              <a:pPr algn="ctr">
                <a:lnSpc>
                  <a:spcPts val="3920"/>
                </a:lnSpc>
              </a:pPr>
              <a:r>
                <a:rPr lang="en-US" sz="2800">
                  <a:solidFill>
                    <a:srgbClr val="38B6FF"/>
                  </a:solidFill>
                  <a:latin typeface="Fira Code"/>
                  <a:ea typeface="Fira Code"/>
                  <a:cs typeface="Fira Code"/>
                  <a:sym typeface="Fira Code"/>
                </a:rPr>
                <a:t>&lt;Company&gt;</a:t>
              </a:r>
              <a:r>
                <a:rPr lang="en-US" sz="2800">
                  <a:solidFill>
                    <a:srgbClr val="FFFFFF"/>
                  </a:solidFill>
                  <a:latin typeface="Fira Code"/>
                  <a:ea typeface="Fira Code"/>
                  <a:cs typeface="Fira Code"/>
                  <a:sym typeface="Fira Code"/>
                </a:rPr>
                <a:t>           </a:t>
              </a:r>
              <a:r>
                <a:rPr lang="en-US" sz="2800">
                  <a:solidFill>
                    <a:srgbClr val="AB81FF"/>
                  </a:solidFill>
                  <a:latin typeface="Fira Code"/>
                  <a:ea typeface="Fira Code"/>
                  <a:cs typeface="Fira Code"/>
                  <a:sym typeface="Fira Code"/>
                </a:rPr>
                <a:t>&lt;Lesson&gt;</a:t>
              </a:r>
            </a:p>
          </p:txBody>
        </p:sp>
      </p:grpSp>
      <p:sp>
        <p:nvSpPr>
          <p:cNvPr name="TextBox 19" id="19"/>
          <p:cNvSpPr txBox="true"/>
          <p:nvPr/>
        </p:nvSpPr>
        <p:spPr>
          <a:xfrm rot="0">
            <a:off x="1028700" y="2119443"/>
            <a:ext cx="7520636" cy="5138088"/>
          </a:xfrm>
          <a:prstGeom prst="rect">
            <a:avLst/>
          </a:prstGeom>
        </p:spPr>
        <p:txBody>
          <a:bodyPr anchor="t" rtlCol="false" tIns="0" lIns="0" bIns="0" rIns="0">
            <a:spAutoFit/>
          </a:bodyPr>
          <a:lstStyle/>
          <a:p>
            <a:pPr algn="l">
              <a:lnSpc>
                <a:spcPts val="10260"/>
              </a:lnSpc>
              <a:spcBef>
                <a:spcPct val="0"/>
              </a:spcBef>
            </a:pPr>
            <a:r>
              <a:rPr lang="en-US" sz="7328">
                <a:solidFill>
                  <a:srgbClr val="FF5757"/>
                </a:solidFill>
                <a:latin typeface="Fira Code"/>
                <a:ea typeface="Fira Code"/>
                <a:cs typeface="Fira Code"/>
                <a:sym typeface="Fira Code"/>
              </a:rPr>
              <a:t>Programming</a:t>
            </a:r>
            <a:r>
              <a:rPr lang="en-US" sz="7328">
                <a:solidFill>
                  <a:srgbClr val="FFFFFF"/>
                </a:solidFill>
                <a:latin typeface="Fira Code"/>
                <a:ea typeface="Fira Code"/>
                <a:cs typeface="Fira Code"/>
                <a:sym typeface="Fira Code"/>
              </a:rPr>
              <a:t> </a:t>
            </a:r>
            <a:r>
              <a:rPr lang="en-US" sz="7328">
                <a:solidFill>
                  <a:srgbClr val="7ED957"/>
                </a:solidFill>
                <a:latin typeface="Fira Code"/>
                <a:ea typeface="Fira Code"/>
                <a:cs typeface="Fira Code"/>
                <a:sym typeface="Fira Code"/>
              </a:rPr>
              <a:t>`</a:t>
            </a:r>
            <a:r>
              <a:rPr lang="en-US" sz="7328">
                <a:solidFill>
                  <a:srgbClr val="FFFFFF"/>
                </a:solidFill>
                <a:latin typeface="Fira Code"/>
                <a:ea typeface="Fira Code"/>
                <a:cs typeface="Fira Code"/>
                <a:sym typeface="Fira Code"/>
              </a:rPr>
              <a:t>Language</a:t>
            </a:r>
            <a:r>
              <a:rPr lang="en-US" sz="7328">
                <a:solidFill>
                  <a:srgbClr val="FF5757"/>
                </a:solidFill>
                <a:latin typeface="Fira Code"/>
                <a:ea typeface="Fira Code"/>
                <a:cs typeface="Fira Code"/>
                <a:sym typeface="Fira Code"/>
              </a:rPr>
              <a:t>`</a:t>
            </a:r>
            <a:r>
              <a:rPr lang="en-US" sz="7328">
                <a:solidFill>
                  <a:srgbClr val="FFFFFF"/>
                </a:solidFill>
                <a:latin typeface="Fira Code"/>
                <a:ea typeface="Fira Code"/>
                <a:cs typeface="Fira Code"/>
                <a:sym typeface="Fira Code"/>
              </a:rPr>
              <a:t> Workshop </a:t>
            </a:r>
            <a:r>
              <a:rPr lang="en-US" sz="7328">
                <a:solidFill>
                  <a:srgbClr val="7ED957"/>
                </a:solidFill>
                <a:latin typeface="Fira Code"/>
                <a:ea typeface="Fira Code"/>
                <a:cs typeface="Fira Code"/>
                <a:sym typeface="Fira Code"/>
              </a:rPr>
              <a:t>for</a:t>
            </a:r>
            <a:r>
              <a:rPr lang="en-US" sz="7328">
                <a:solidFill>
                  <a:srgbClr val="FFFFFF"/>
                </a:solidFill>
                <a:latin typeface="Fira Code"/>
                <a:ea typeface="Fira Code"/>
                <a:cs typeface="Fira Code"/>
                <a:sym typeface="Fira Code"/>
              </a:rPr>
              <a:t> </a:t>
            </a:r>
            <a:r>
              <a:rPr lang="en-US" sz="7328">
                <a:solidFill>
                  <a:srgbClr val="AB81FF"/>
                </a:solidFill>
                <a:latin typeface="Fira Code"/>
                <a:ea typeface="Fira Code"/>
                <a:cs typeface="Fira Code"/>
                <a:sym typeface="Fira Code"/>
              </a:rPr>
              <a:t>Beginners</a:t>
            </a:r>
          </a:p>
        </p:txBody>
      </p:sp>
      <p:sp>
        <p:nvSpPr>
          <p:cNvPr name="TextBox 20" id="20"/>
          <p:cNvSpPr txBox="true"/>
          <p:nvPr/>
        </p:nvSpPr>
        <p:spPr>
          <a:xfrm rot="0">
            <a:off x="1219514" y="8179335"/>
            <a:ext cx="3394686" cy="535802"/>
          </a:xfrm>
          <a:prstGeom prst="rect">
            <a:avLst/>
          </a:prstGeom>
        </p:spPr>
        <p:txBody>
          <a:bodyPr anchor="t" rtlCol="false" tIns="0" lIns="0" bIns="0" rIns="0">
            <a:spAutoFit/>
          </a:bodyPr>
          <a:lstStyle/>
          <a:p>
            <a:pPr algn="ctr">
              <a:lnSpc>
                <a:spcPts val="4455"/>
              </a:lnSpc>
            </a:pPr>
            <a:r>
              <a:rPr lang="en-US" sz="3182">
                <a:solidFill>
                  <a:srgbClr val="000000"/>
                </a:solidFill>
                <a:latin typeface="Fira Code"/>
                <a:ea typeface="Fira Code"/>
                <a:cs typeface="Fira Code"/>
                <a:sym typeface="Fira Code"/>
              </a:rPr>
              <a:t>Here your text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3823542" y="5129190"/>
            <a:ext cx="3435758" cy="3809812"/>
          </a:xfrm>
          <a:custGeom>
            <a:avLst/>
            <a:gdLst/>
            <a:ahLst/>
            <a:cxnLst/>
            <a:rect r="r" b="b" t="t" l="l"/>
            <a:pathLst>
              <a:path h="3809812" w="3435758">
                <a:moveTo>
                  <a:pt x="0" y="0"/>
                </a:moveTo>
                <a:lnTo>
                  <a:pt x="3435758" y="0"/>
                </a:lnTo>
                <a:lnTo>
                  <a:pt x="3435758" y="3809812"/>
                </a:lnTo>
                <a:lnTo>
                  <a:pt x="0" y="3809812"/>
                </a:lnTo>
                <a:lnTo>
                  <a:pt x="0" y="0"/>
                </a:lnTo>
                <a:close/>
              </a:path>
            </a:pathLst>
          </a:custGeom>
          <a:blipFill>
            <a:blip r:embed="rId2"/>
            <a:stretch>
              <a:fillRect l="0" t="0" r="0" b="0"/>
            </a:stretch>
          </a:blipFill>
        </p:spPr>
      </p:sp>
      <p:sp>
        <p:nvSpPr>
          <p:cNvPr name="Freeform 3" id="3"/>
          <p:cNvSpPr/>
          <p:nvPr/>
        </p:nvSpPr>
        <p:spPr>
          <a:xfrm flipH="false" flipV="false" rot="5400000">
            <a:off x="3302655" y="-3302655"/>
            <a:ext cx="11927910" cy="18533220"/>
          </a:xfrm>
          <a:custGeom>
            <a:avLst/>
            <a:gdLst/>
            <a:ahLst/>
            <a:cxnLst/>
            <a:rect r="r" b="b" t="t" l="l"/>
            <a:pathLst>
              <a:path h="18533220" w="11927910">
                <a:moveTo>
                  <a:pt x="0" y="0"/>
                </a:moveTo>
                <a:lnTo>
                  <a:pt x="11927910" y="0"/>
                </a:lnTo>
                <a:lnTo>
                  <a:pt x="11927910" y="18533220"/>
                </a:lnTo>
                <a:lnTo>
                  <a:pt x="0" y="18533220"/>
                </a:lnTo>
                <a:lnTo>
                  <a:pt x="0" y="0"/>
                </a:lnTo>
                <a:close/>
              </a:path>
            </a:pathLst>
          </a:custGeom>
          <a:blipFill>
            <a:blip r:embed="rId3">
              <a:alphaModFix amt="50000"/>
            </a:blip>
            <a:stretch>
              <a:fillRect l="0" t="-7208" r="0" b="-7208"/>
            </a:stretch>
          </a:blipFill>
        </p:spPr>
      </p:sp>
      <p:grpSp>
        <p:nvGrpSpPr>
          <p:cNvPr name="Group 4" id="4"/>
          <p:cNvGrpSpPr/>
          <p:nvPr/>
        </p:nvGrpSpPr>
        <p:grpSpPr>
          <a:xfrm rot="0">
            <a:off x="635426" y="606641"/>
            <a:ext cx="17262368" cy="844118"/>
            <a:chOff x="0" y="0"/>
            <a:chExt cx="23016491" cy="1125490"/>
          </a:xfrm>
        </p:grpSpPr>
        <p:grpSp>
          <p:nvGrpSpPr>
            <p:cNvPr name="Group 5" id="5"/>
            <p:cNvGrpSpPr/>
            <p:nvPr/>
          </p:nvGrpSpPr>
          <p:grpSpPr>
            <a:xfrm rot="0">
              <a:off x="0" y="0"/>
              <a:ext cx="23016491" cy="1125490"/>
              <a:chOff x="0" y="0"/>
              <a:chExt cx="4546467" cy="222319"/>
            </a:xfrm>
          </p:grpSpPr>
          <p:sp>
            <p:nvSpPr>
              <p:cNvPr name="Freeform 6" id="6"/>
              <p:cNvSpPr/>
              <p:nvPr/>
            </p:nvSpPr>
            <p:spPr>
              <a:xfrm flipH="false" flipV="false" rot="0">
                <a:off x="0" y="0"/>
                <a:ext cx="4546467" cy="222319"/>
              </a:xfrm>
              <a:custGeom>
                <a:avLst/>
                <a:gdLst/>
                <a:ahLst/>
                <a:cxnLst/>
                <a:rect r="r" b="b" t="t" l="l"/>
                <a:pathLst>
                  <a:path h="222319" w="4546467">
                    <a:moveTo>
                      <a:pt x="22873" y="0"/>
                    </a:moveTo>
                    <a:lnTo>
                      <a:pt x="4523595" y="0"/>
                    </a:lnTo>
                    <a:cubicBezTo>
                      <a:pt x="4529661" y="0"/>
                      <a:pt x="4535479" y="2410"/>
                      <a:pt x="4539768" y="6699"/>
                    </a:cubicBezTo>
                    <a:cubicBezTo>
                      <a:pt x="4544058" y="10989"/>
                      <a:pt x="4546467" y="16807"/>
                      <a:pt x="4546467" y="22873"/>
                    </a:cubicBezTo>
                    <a:lnTo>
                      <a:pt x="4546467" y="199446"/>
                    </a:lnTo>
                    <a:cubicBezTo>
                      <a:pt x="4546467" y="212079"/>
                      <a:pt x="4536227" y="222319"/>
                      <a:pt x="4523595" y="222319"/>
                    </a:cubicBezTo>
                    <a:lnTo>
                      <a:pt x="22873" y="222319"/>
                    </a:lnTo>
                    <a:cubicBezTo>
                      <a:pt x="10240" y="222319"/>
                      <a:pt x="0" y="212079"/>
                      <a:pt x="0" y="199446"/>
                    </a:cubicBezTo>
                    <a:lnTo>
                      <a:pt x="0" y="22873"/>
                    </a:lnTo>
                    <a:cubicBezTo>
                      <a:pt x="0" y="10240"/>
                      <a:pt x="10240" y="0"/>
                      <a:pt x="22873" y="0"/>
                    </a:cubicBezTo>
                    <a:close/>
                  </a:path>
                </a:pathLst>
              </a:custGeom>
              <a:ln w="19050" cap="rnd">
                <a:solidFill>
                  <a:srgbClr val="FFFFFF"/>
                </a:solidFill>
                <a:prstDash val="solid"/>
                <a:round/>
              </a:ln>
            </p:spPr>
          </p:sp>
          <p:sp>
            <p:nvSpPr>
              <p:cNvPr name="TextBox 7" id="7"/>
              <p:cNvSpPr txBox="true"/>
              <p:nvPr/>
            </p:nvSpPr>
            <p:spPr>
              <a:xfrm>
                <a:off x="0" y="-38100"/>
                <a:ext cx="4546467" cy="260419"/>
              </a:xfrm>
              <a:prstGeom prst="rect">
                <a:avLst/>
              </a:prstGeom>
            </p:spPr>
            <p:txBody>
              <a:bodyPr anchor="ctr" rtlCol="false" tIns="50800" lIns="50800" bIns="50800" rIns="50800"/>
              <a:lstStyle/>
              <a:p>
                <a:pPr algn="ctr">
                  <a:lnSpc>
                    <a:spcPts val="2659"/>
                  </a:lnSpc>
                </a:pPr>
              </a:p>
            </p:txBody>
          </p:sp>
        </p:grpSp>
        <p:sp>
          <p:nvSpPr>
            <p:cNvPr name="AutoShape 8" id="8"/>
            <p:cNvSpPr/>
            <p:nvPr/>
          </p:nvSpPr>
          <p:spPr>
            <a:xfrm>
              <a:off x="22130073" y="368470"/>
              <a:ext cx="350965" cy="383162"/>
            </a:xfrm>
            <a:prstGeom prst="line">
              <a:avLst/>
            </a:prstGeom>
            <a:ln cap="rnd" w="25400">
              <a:solidFill>
                <a:srgbClr val="FFFFFF"/>
              </a:solidFill>
              <a:prstDash val="solid"/>
              <a:headEnd type="none" len="sm" w="sm"/>
              <a:tailEnd type="none" len="sm" w="sm"/>
            </a:ln>
          </p:spPr>
        </p:sp>
        <p:sp>
          <p:nvSpPr>
            <p:cNvPr name="AutoShape 9" id="9"/>
            <p:cNvSpPr/>
            <p:nvPr/>
          </p:nvSpPr>
          <p:spPr>
            <a:xfrm flipH="true">
              <a:off x="22130073" y="377728"/>
              <a:ext cx="339363" cy="373904"/>
            </a:xfrm>
            <a:prstGeom prst="line">
              <a:avLst/>
            </a:prstGeom>
            <a:ln cap="rnd" w="25400">
              <a:solidFill>
                <a:srgbClr val="FFFFFF"/>
              </a:solidFill>
              <a:prstDash val="solid"/>
              <a:headEnd type="none" len="sm" w="sm"/>
              <a:tailEnd type="none" len="sm" w="sm"/>
            </a:ln>
          </p:spPr>
        </p:sp>
        <p:sp>
          <p:nvSpPr>
            <p:cNvPr name="AutoShape 10" id="10"/>
            <p:cNvSpPr/>
            <p:nvPr/>
          </p:nvSpPr>
          <p:spPr>
            <a:xfrm>
              <a:off x="20624713" y="560051"/>
              <a:ext cx="501367" cy="0"/>
            </a:xfrm>
            <a:prstGeom prst="line">
              <a:avLst/>
            </a:prstGeom>
            <a:ln cap="rnd" w="25400">
              <a:solidFill>
                <a:srgbClr val="FFFFFF"/>
              </a:solidFill>
              <a:prstDash val="solid"/>
              <a:headEnd type="none" len="sm" w="sm"/>
              <a:tailEnd type="none" len="sm" w="sm"/>
            </a:ln>
          </p:spPr>
        </p:sp>
        <p:grpSp>
          <p:nvGrpSpPr>
            <p:cNvPr name="Group 11" id="11"/>
            <p:cNvGrpSpPr/>
            <p:nvPr/>
          </p:nvGrpSpPr>
          <p:grpSpPr>
            <a:xfrm rot="0">
              <a:off x="21430813" y="361957"/>
              <a:ext cx="385123" cy="389674"/>
              <a:chOff x="0" y="0"/>
              <a:chExt cx="76074" cy="76973"/>
            </a:xfrm>
          </p:grpSpPr>
          <p:sp>
            <p:nvSpPr>
              <p:cNvPr name="Freeform 12" id="12"/>
              <p:cNvSpPr/>
              <p:nvPr/>
            </p:nvSpPr>
            <p:spPr>
              <a:xfrm flipH="false" flipV="false" rot="0">
                <a:off x="0" y="0"/>
                <a:ext cx="76074" cy="76973"/>
              </a:xfrm>
              <a:custGeom>
                <a:avLst/>
                <a:gdLst/>
                <a:ahLst/>
                <a:cxnLst/>
                <a:rect r="r" b="b" t="t" l="l"/>
                <a:pathLst>
                  <a:path h="76973" w="76074">
                    <a:moveTo>
                      <a:pt x="38037" y="0"/>
                    </a:moveTo>
                    <a:lnTo>
                      <a:pt x="38037" y="0"/>
                    </a:lnTo>
                    <a:cubicBezTo>
                      <a:pt x="59044" y="0"/>
                      <a:pt x="76074" y="17030"/>
                      <a:pt x="76074" y="38037"/>
                    </a:cubicBezTo>
                    <a:lnTo>
                      <a:pt x="76074" y="38936"/>
                    </a:lnTo>
                    <a:cubicBezTo>
                      <a:pt x="76074" y="59943"/>
                      <a:pt x="59044" y="76973"/>
                      <a:pt x="38037" y="76973"/>
                    </a:cubicBezTo>
                    <a:lnTo>
                      <a:pt x="38037" y="76973"/>
                    </a:lnTo>
                    <a:cubicBezTo>
                      <a:pt x="17030" y="76973"/>
                      <a:pt x="0" y="59943"/>
                      <a:pt x="0" y="38936"/>
                    </a:cubicBezTo>
                    <a:lnTo>
                      <a:pt x="0" y="38037"/>
                    </a:lnTo>
                    <a:cubicBezTo>
                      <a:pt x="0" y="17030"/>
                      <a:pt x="17030" y="0"/>
                      <a:pt x="38037" y="0"/>
                    </a:cubicBezTo>
                    <a:close/>
                  </a:path>
                </a:pathLst>
              </a:custGeom>
              <a:ln w="28575" cap="sq">
                <a:solidFill>
                  <a:srgbClr val="FFFFFF"/>
                </a:solidFill>
                <a:prstDash val="solid"/>
                <a:miter/>
              </a:ln>
            </p:spPr>
          </p:sp>
          <p:sp>
            <p:nvSpPr>
              <p:cNvPr name="TextBox 13" id="13"/>
              <p:cNvSpPr txBox="true"/>
              <p:nvPr/>
            </p:nvSpPr>
            <p:spPr>
              <a:xfrm>
                <a:off x="0" y="-38100"/>
                <a:ext cx="76074" cy="115073"/>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524366" y="222809"/>
              <a:ext cx="7965546" cy="622723"/>
            </a:xfrm>
            <a:prstGeom prst="rect">
              <a:avLst/>
            </a:prstGeom>
          </p:spPr>
          <p:txBody>
            <a:bodyPr anchor="t" rtlCol="false" tIns="0" lIns="0" bIns="0" rIns="0">
              <a:spAutoFit/>
            </a:bodyPr>
            <a:lstStyle/>
            <a:p>
              <a:pPr algn="ctr">
                <a:lnSpc>
                  <a:spcPts val="3920"/>
                </a:lnSpc>
              </a:pPr>
              <a:r>
                <a:rPr lang="en-US" sz="2800">
                  <a:solidFill>
                    <a:srgbClr val="38B6FF"/>
                  </a:solidFill>
                  <a:latin typeface="Fira Code"/>
                  <a:ea typeface="Fira Code"/>
                  <a:cs typeface="Fira Code"/>
                  <a:sym typeface="Fira Code"/>
                </a:rPr>
                <a:t>&lt;Company&gt;</a:t>
              </a:r>
              <a:r>
                <a:rPr lang="en-US" sz="2800">
                  <a:solidFill>
                    <a:srgbClr val="FFFFFF"/>
                  </a:solidFill>
                  <a:latin typeface="Fira Code"/>
                  <a:ea typeface="Fira Code"/>
                  <a:cs typeface="Fira Code"/>
                  <a:sym typeface="Fira Code"/>
                </a:rPr>
                <a:t>           </a:t>
              </a:r>
              <a:r>
                <a:rPr lang="en-US" sz="2800">
                  <a:solidFill>
                    <a:srgbClr val="AB81FF"/>
                  </a:solidFill>
                  <a:latin typeface="Fira Code"/>
                  <a:ea typeface="Fira Code"/>
                  <a:cs typeface="Fira Code"/>
                  <a:sym typeface="Fira Code"/>
                </a:rPr>
                <a:t>&lt;Lesson&gt;</a:t>
              </a:r>
            </a:p>
          </p:txBody>
        </p:sp>
      </p:grpSp>
      <p:sp>
        <p:nvSpPr>
          <p:cNvPr name="TextBox 15" id="15"/>
          <p:cNvSpPr txBox="true"/>
          <p:nvPr/>
        </p:nvSpPr>
        <p:spPr>
          <a:xfrm rot="0">
            <a:off x="3157003" y="3794483"/>
            <a:ext cx="5302800" cy="712470"/>
          </a:xfrm>
          <a:prstGeom prst="rect">
            <a:avLst/>
          </a:prstGeom>
        </p:spPr>
        <p:txBody>
          <a:bodyPr anchor="t" rtlCol="false" tIns="0" lIns="0" bIns="0" rIns="0">
            <a:spAutoFit/>
          </a:bodyPr>
          <a:lstStyle/>
          <a:p>
            <a:pPr algn="l" marL="0" indent="0" lvl="0">
              <a:lnSpc>
                <a:spcPts val="5880"/>
              </a:lnSpc>
              <a:spcBef>
                <a:spcPct val="0"/>
              </a:spcBef>
            </a:pPr>
            <a:r>
              <a:rPr lang="en-US" sz="4200">
                <a:solidFill>
                  <a:srgbClr val="FFFFFF"/>
                </a:solidFill>
                <a:latin typeface="Fira Code"/>
                <a:ea typeface="Fira Code"/>
                <a:cs typeface="Fira Code"/>
                <a:sym typeface="Fira Code"/>
              </a:rPr>
              <a:t>Programming</a:t>
            </a:r>
          </a:p>
        </p:txBody>
      </p:sp>
      <p:sp>
        <p:nvSpPr>
          <p:cNvPr name="TextBox 16" id="16"/>
          <p:cNvSpPr txBox="true"/>
          <p:nvPr/>
        </p:nvSpPr>
        <p:spPr>
          <a:xfrm rot="0">
            <a:off x="1397789" y="3488597"/>
            <a:ext cx="1170254" cy="1259518"/>
          </a:xfrm>
          <a:prstGeom prst="rect">
            <a:avLst/>
          </a:prstGeom>
        </p:spPr>
        <p:txBody>
          <a:bodyPr anchor="t" rtlCol="false" tIns="0" lIns="0" bIns="0" rIns="0">
            <a:spAutoFit/>
          </a:bodyPr>
          <a:lstStyle/>
          <a:p>
            <a:pPr algn="l" marL="0" indent="0" lvl="0">
              <a:lnSpc>
                <a:spcPts val="10260"/>
              </a:lnSpc>
              <a:spcBef>
                <a:spcPct val="0"/>
              </a:spcBef>
            </a:pPr>
            <a:r>
              <a:rPr lang="en-US" sz="7328" strike="noStrike" u="none">
                <a:solidFill>
                  <a:srgbClr val="AB81FF"/>
                </a:solidFill>
                <a:latin typeface="Fira Code"/>
                <a:ea typeface="Fira Code"/>
                <a:cs typeface="Fira Code"/>
                <a:sym typeface="Fira Code"/>
              </a:rPr>
              <a:t>01</a:t>
            </a:r>
          </a:p>
        </p:txBody>
      </p:sp>
      <p:sp>
        <p:nvSpPr>
          <p:cNvPr name="TextBox 17" id="17"/>
          <p:cNvSpPr txBox="true"/>
          <p:nvPr/>
        </p:nvSpPr>
        <p:spPr>
          <a:xfrm rot="0">
            <a:off x="8882102" y="3497772"/>
            <a:ext cx="1170254" cy="1259518"/>
          </a:xfrm>
          <a:prstGeom prst="rect">
            <a:avLst/>
          </a:prstGeom>
        </p:spPr>
        <p:txBody>
          <a:bodyPr anchor="t" rtlCol="false" tIns="0" lIns="0" bIns="0" rIns="0">
            <a:spAutoFit/>
          </a:bodyPr>
          <a:lstStyle/>
          <a:p>
            <a:pPr algn="l" marL="0" indent="0" lvl="0">
              <a:lnSpc>
                <a:spcPts val="10260"/>
              </a:lnSpc>
              <a:spcBef>
                <a:spcPct val="0"/>
              </a:spcBef>
            </a:pPr>
            <a:r>
              <a:rPr lang="en-US" sz="7328" strike="noStrike" u="none">
                <a:solidFill>
                  <a:srgbClr val="FFC535"/>
                </a:solidFill>
                <a:latin typeface="Fira Code"/>
                <a:ea typeface="Fira Code"/>
                <a:cs typeface="Fira Code"/>
                <a:sym typeface="Fira Code"/>
              </a:rPr>
              <a:t>02</a:t>
            </a:r>
          </a:p>
        </p:txBody>
      </p:sp>
      <p:sp>
        <p:nvSpPr>
          <p:cNvPr name="TextBox 18" id="18"/>
          <p:cNvSpPr txBox="true"/>
          <p:nvPr/>
        </p:nvSpPr>
        <p:spPr>
          <a:xfrm rot="0">
            <a:off x="1397789" y="6296925"/>
            <a:ext cx="1170254" cy="1259518"/>
          </a:xfrm>
          <a:prstGeom prst="rect">
            <a:avLst/>
          </a:prstGeom>
        </p:spPr>
        <p:txBody>
          <a:bodyPr anchor="t" rtlCol="false" tIns="0" lIns="0" bIns="0" rIns="0">
            <a:spAutoFit/>
          </a:bodyPr>
          <a:lstStyle/>
          <a:p>
            <a:pPr algn="l" marL="0" indent="0" lvl="0">
              <a:lnSpc>
                <a:spcPts val="10260"/>
              </a:lnSpc>
              <a:spcBef>
                <a:spcPct val="0"/>
              </a:spcBef>
            </a:pPr>
            <a:r>
              <a:rPr lang="en-US" sz="7328" strike="noStrike" u="none">
                <a:solidFill>
                  <a:srgbClr val="7ED957"/>
                </a:solidFill>
                <a:latin typeface="Fira Code"/>
                <a:ea typeface="Fira Code"/>
                <a:cs typeface="Fira Code"/>
                <a:sym typeface="Fira Code"/>
              </a:rPr>
              <a:t>03</a:t>
            </a:r>
          </a:p>
        </p:txBody>
      </p:sp>
      <p:sp>
        <p:nvSpPr>
          <p:cNvPr name="TextBox 19" id="19"/>
          <p:cNvSpPr txBox="true"/>
          <p:nvPr/>
        </p:nvSpPr>
        <p:spPr>
          <a:xfrm rot="0">
            <a:off x="3082012" y="6558636"/>
            <a:ext cx="6895354" cy="712470"/>
          </a:xfrm>
          <a:prstGeom prst="rect">
            <a:avLst/>
          </a:prstGeom>
        </p:spPr>
        <p:txBody>
          <a:bodyPr anchor="t" rtlCol="false" tIns="0" lIns="0" bIns="0" rIns="0">
            <a:spAutoFit/>
          </a:bodyPr>
          <a:lstStyle/>
          <a:p>
            <a:pPr algn="l" marL="0" indent="0" lvl="0">
              <a:lnSpc>
                <a:spcPts val="5880"/>
              </a:lnSpc>
              <a:spcBef>
                <a:spcPct val="0"/>
              </a:spcBef>
            </a:pPr>
            <a:r>
              <a:rPr lang="en-US" sz="4200">
                <a:solidFill>
                  <a:srgbClr val="FF5757"/>
                </a:solidFill>
                <a:latin typeface="Fira Code"/>
                <a:ea typeface="Fira Code"/>
                <a:cs typeface="Fira Code"/>
                <a:sym typeface="Fira Code"/>
              </a:rPr>
              <a:t>{</a:t>
            </a:r>
            <a:r>
              <a:rPr lang="en-US" sz="4200">
                <a:solidFill>
                  <a:srgbClr val="FFFFFF"/>
                </a:solidFill>
                <a:latin typeface="Fira Code"/>
                <a:ea typeface="Fira Code"/>
                <a:cs typeface="Fira Code"/>
                <a:sym typeface="Fira Code"/>
              </a:rPr>
              <a:t>Features Topic}</a:t>
            </a:r>
          </a:p>
        </p:txBody>
      </p:sp>
      <p:sp>
        <p:nvSpPr>
          <p:cNvPr name="TextBox 20" id="20"/>
          <p:cNvSpPr txBox="true"/>
          <p:nvPr/>
        </p:nvSpPr>
        <p:spPr>
          <a:xfrm rot="0">
            <a:off x="10474656" y="3790705"/>
            <a:ext cx="6015491" cy="712470"/>
          </a:xfrm>
          <a:prstGeom prst="rect">
            <a:avLst/>
          </a:prstGeom>
        </p:spPr>
        <p:txBody>
          <a:bodyPr anchor="t" rtlCol="false" tIns="0" lIns="0" bIns="0" rIns="0">
            <a:spAutoFit/>
          </a:bodyPr>
          <a:lstStyle/>
          <a:p>
            <a:pPr algn="l" marL="0" indent="0" lvl="0">
              <a:lnSpc>
                <a:spcPts val="5880"/>
              </a:lnSpc>
              <a:spcBef>
                <a:spcPct val="0"/>
              </a:spcBef>
            </a:pPr>
            <a:r>
              <a:rPr lang="en-US" sz="4200" strike="noStrike" u="none">
                <a:solidFill>
                  <a:srgbClr val="FFFFFF"/>
                </a:solidFill>
                <a:latin typeface="Fira Code"/>
                <a:ea typeface="Fira Code"/>
                <a:cs typeface="Fira Code"/>
                <a:sym typeface="Fira Code"/>
              </a:rPr>
              <a:t>Theory Lesson</a:t>
            </a:r>
          </a:p>
        </p:txBody>
      </p:sp>
      <p:sp>
        <p:nvSpPr>
          <p:cNvPr name="TextBox 21" id="21"/>
          <p:cNvSpPr txBox="true"/>
          <p:nvPr/>
        </p:nvSpPr>
        <p:spPr>
          <a:xfrm rot="0">
            <a:off x="3157003" y="4847336"/>
            <a:ext cx="3372686" cy="737235"/>
          </a:xfrm>
          <a:prstGeom prst="rect">
            <a:avLst/>
          </a:prstGeom>
        </p:spPr>
        <p:txBody>
          <a:bodyPr anchor="t" rtlCol="false" tIns="0" lIns="0" bIns="0" rIns="0">
            <a:spAutoFit/>
          </a:bodyPr>
          <a:lstStyle/>
          <a:p>
            <a:pPr algn="l" marL="0" indent="0" lvl="0">
              <a:lnSpc>
                <a:spcPts val="2940"/>
              </a:lnSpc>
              <a:spcBef>
                <a:spcPct val="0"/>
              </a:spcBef>
            </a:pPr>
            <a:r>
              <a:rPr lang="en-US" sz="2100" strike="noStrike" u="none">
                <a:solidFill>
                  <a:srgbClr val="FFFFFF"/>
                </a:solidFill>
                <a:latin typeface="Fira Code"/>
                <a:ea typeface="Fira Code"/>
                <a:cs typeface="Fira Code"/>
                <a:sym typeface="Fira Code"/>
              </a:rPr>
              <a:t>Elaborate on what you want to discuss. </a:t>
            </a:r>
          </a:p>
        </p:txBody>
      </p:sp>
      <p:sp>
        <p:nvSpPr>
          <p:cNvPr name="TextBox 22" id="22"/>
          <p:cNvSpPr txBox="true"/>
          <p:nvPr/>
        </p:nvSpPr>
        <p:spPr>
          <a:xfrm rot="0">
            <a:off x="3157003" y="7544793"/>
            <a:ext cx="3372686" cy="737235"/>
          </a:xfrm>
          <a:prstGeom prst="rect">
            <a:avLst/>
          </a:prstGeom>
        </p:spPr>
        <p:txBody>
          <a:bodyPr anchor="t" rtlCol="false" tIns="0" lIns="0" bIns="0" rIns="0">
            <a:spAutoFit/>
          </a:bodyPr>
          <a:lstStyle/>
          <a:p>
            <a:pPr algn="l" marL="0" indent="0" lvl="0">
              <a:lnSpc>
                <a:spcPts val="2940"/>
              </a:lnSpc>
              <a:spcBef>
                <a:spcPct val="0"/>
              </a:spcBef>
            </a:pPr>
            <a:r>
              <a:rPr lang="en-US" sz="2100" strike="noStrike" u="none">
                <a:solidFill>
                  <a:srgbClr val="FFFFFF"/>
                </a:solidFill>
                <a:latin typeface="Fira Code"/>
                <a:ea typeface="Fira Code"/>
                <a:cs typeface="Fira Code"/>
                <a:sym typeface="Fira Code"/>
              </a:rPr>
              <a:t>Elaborate on what you want to discuss. </a:t>
            </a:r>
          </a:p>
        </p:txBody>
      </p:sp>
      <p:sp>
        <p:nvSpPr>
          <p:cNvPr name="TextBox 23" id="23"/>
          <p:cNvSpPr txBox="true"/>
          <p:nvPr/>
        </p:nvSpPr>
        <p:spPr>
          <a:xfrm rot="0">
            <a:off x="10681007" y="4847336"/>
            <a:ext cx="3383787" cy="737235"/>
          </a:xfrm>
          <a:prstGeom prst="rect">
            <a:avLst/>
          </a:prstGeom>
        </p:spPr>
        <p:txBody>
          <a:bodyPr anchor="t" rtlCol="false" tIns="0" lIns="0" bIns="0" rIns="0">
            <a:spAutoFit/>
          </a:bodyPr>
          <a:lstStyle/>
          <a:p>
            <a:pPr algn="l" marL="0" indent="0" lvl="0">
              <a:lnSpc>
                <a:spcPts val="2940"/>
              </a:lnSpc>
              <a:spcBef>
                <a:spcPct val="0"/>
              </a:spcBef>
            </a:pPr>
            <a:r>
              <a:rPr lang="en-US" sz="2100" strike="noStrike" u="none">
                <a:solidFill>
                  <a:srgbClr val="FFFFFF"/>
                </a:solidFill>
                <a:latin typeface="Fira Code"/>
                <a:ea typeface="Fira Code"/>
                <a:cs typeface="Fira Code"/>
                <a:sym typeface="Fira Code"/>
              </a:rPr>
              <a:t>Elaborate on what you want to discuss. </a:t>
            </a:r>
          </a:p>
        </p:txBody>
      </p:sp>
      <p:sp>
        <p:nvSpPr>
          <p:cNvPr name="TextBox 24" id="24"/>
          <p:cNvSpPr txBox="true"/>
          <p:nvPr/>
        </p:nvSpPr>
        <p:spPr>
          <a:xfrm rot="0">
            <a:off x="1028700" y="1961331"/>
            <a:ext cx="11766786" cy="1252126"/>
          </a:xfrm>
          <a:prstGeom prst="rect">
            <a:avLst/>
          </a:prstGeom>
        </p:spPr>
        <p:txBody>
          <a:bodyPr anchor="t" rtlCol="false" tIns="0" lIns="0" bIns="0" rIns="0">
            <a:spAutoFit/>
          </a:bodyPr>
          <a:lstStyle/>
          <a:p>
            <a:pPr algn="l" marL="0" indent="0" lvl="0">
              <a:lnSpc>
                <a:spcPts val="10260"/>
              </a:lnSpc>
              <a:spcBef>
                <a:spcPct val="0"/>
              </a:spcBef>
            </a:pPr>
            <a:r>
              <a:rPr lang="en-US" sz="7328" strike="noStrike" u="none">
                <a:solidFill>
                  <a:srgbClr val="FFFFFF"/>
                </a:solidFill>
                <a:latin typeface="Fira Code"/>
                <a:ea typeface="Fira Code"/>
                <a:cs typeface="Fira Code"/>
                <a:sym typeface="Fira Code"/>
              </a:rPr>
              <a:t>Table Of `Contents`</a:t>
            </a:r>
          </a:p>
        </p:txBody>
      </p:sp>
      <p:sp>
        <p:nvSpPr>
          <p:cNvPr name="AutoShape 25" id="25"/>
          <p:cNvSpPr/>
          <p:nvPr/>
        </p:nvSpPr>
        <p:spPr>
          <a:xfrm>
            <a:off x="16005660" y="9799853"/>
            <a:ext cx="1892134" cy="0"/>
          </a:xfrm>
          <a:prstGeom prst="line">
            <a:avLst/>
          </a:prstGeom>
          <a:ln cap="flat" w="38100">
            <a:solidFill>
              <a:srgbClr val="FFFFFF"/>
            </a:solidFill>
            <a:prstDash val="solid"/>
            <a:headEnd type="none" len="sm" w="sm"/>
            <a:tailEnd type="arrow" len="sm" w="med"/>
          </a:ln>
        </p:spPr>
      </p:sp>
      <p:sp>
        <p:nvSpPr>
          <p:cNvPr name="TextBox 26" id="26"/>
          <p:cNvSpPr txBox="true"/>
          <p:nvPr/>
        </p:nvSpPr>
        <p:spPr>
          <a:xfrm rot="0">
            <a:off x="2378688" y="3544309"/>
            <a:ext cx="558444" cy="1222155"/>
          </a:xfrm>
          <a:prstGeom prst="rect">
            <a:avLst/>
          </a:prstGeom>
        </p:spPr>
        <p:txBody>
          <a:bodyPr anchor="t" rtlCol="false" tIns="0" lIns="0" bIns="0" rIns="0">
            <a:spAutoFit/>
          </a:bodyPr>
          <a:lstStyle/>
          <a:p>
            <a:pPr algn="l" marL="0" indent="0" lvl="0">
              <a:lnSpc>
                <a:spcPts val="10260"/>
              </a:lnSpc>
              <a:spcBef>
                <a:spcPct val="0"/>
              </a:spcBef>
            </a:pPr>
            <a:r>
              <a:rPr lang="en-US" sz="7328">
                <a:solidFill>
                  <a:srgbClr val="FFFFFF"/>
                </a:solidFill>
                <a:latin typeface="Fira Code"/>
                <a:ea typeface="Fira Code"/>
                <a:cs typeface="Fira Code"/>
                <a:sym typeface="Fira Code"/>
              </a:rPr>
              <a:t>}</a:t>
            </a:r>
          </a:p>
        </p:txBody>
      </p:sp>
      <p:sp>
        <p:nvSpPr>
          <p:cNvPr name="TextBox 27" id="27"/>
          <p:cNvSpPr txBox="true"/>
          <p:nvPr/>
        </p:nvSpPr>
        <p:spPr>
          <a:xfrm rot="0">
            <a:off x="2378688" y="6262337"/>
            <a:ext cx="558444" cy="1222155"/>
          </a:xfrm>
          <a:prstGeom prst="rect">
            <a:avLst/>
          </a:prstGeom>
        </p:spPr>
        <p:txBody>
          <a:bodyPr anchor="t" rtlCol="false" tIns="0" lIns="0" bIns="0" rIns="0">
            <a:spAutoFit/>
          </a:bodyPr>
          <a:lstStyle/>
          <a:p>
            <a:pPr algn="l" marL="0" indent="0" lvl="0">
              <a:lnSpc>
                <a:spcPts val="10260"/>
              </a:lnSpc>
              <a:spcBef>
                <a:spcPct val="0"/>
              </a:spcBef>
            </a:pPr>
            <a:r>
              <a:rPr lang="en-US" sz="7328">
                <a:solidFill>
                  <a:srgbClr val="FFFFFF"/>
                </a:solidFill>
                <a:latin typeface="Fira Code"/>
                <a:ea typeface="Fira Code"/>
                <a:cs typeface="Fira Code"/>
                <a:sym typeface="Fira Code"/>
              </a:rPr>
              <a:t>}</a:t>
            </a:r>
          </a:p>
        </p:txBody>
      </p:sp>
      <p:sp>
        <p:nvSpPr>
          <p:cNvPr name="TextBox 28" id="28"/>
          <p:cNvSpPr txBox="true"/>
          <p:nvPr/>
        </p:nvSpPr>
        <p:spPr>
          <a:xfrm rot="0">
            <a:off x="9809791" y="3525628"/>
            <a:ext cx="558444" cy="1222155"/>
          </a:xfrm>
          <a:prstGeom prst="rect">
            <a:avLst/>
          </a:prstGeom>
        </p:spPr>
        <p:txBody>
          <a:bodyPr anchor="t" rtlCol="false" tIns="0" lIns="0" bIns="0" rIns="0">
            <a:spAutoFit/>
          </a:bodyPr>
          <a:lstStyle/>
          <a:p>
            <a:pPr algn="l" marL="0" indent="0" lvl="0">
              <a:lnSpc>
                <a:spcPts val="10260"/>
              </a:lnSpc>
              <a:spcBef>
                <a:spcPct val="0"/>
              </a:spcBef>
            </a:pPr>
            <a:r>
              <a:rPr lang="en-US" sz="7328">
                <a:solidFill>
                  <a:srgbClr val="FFFFFF"/>
                </a:solidFill>
                <a:latin typeface="Fira Code"/>
                <a:ea typeface="Fira Code"/>
                <a:cs typeface="Fira Code"/>
                <a:sym typeface="Fira Code"/>
              </a:rPr>
              <a:t>}</a:t>
            </a:r>
          </a:p>
        </p:txBody>
      </p:sp>
      <p:sp>
        <p:nvSpPr>
          <p:cNvPr name="TextBox 29" id="29"/>
          <p:cNvSpPr txBox="true"/>
          <p:nvPr/>
        </p:nvSpPr>
        <p:spPr>
          <a:xfrm rot="-10800000">
            <a:off x="1028700" y="3631472"/>
            <a:ext cx="558444" cy="1222155"/>
          </a:xfrm>
          <a:prstGeom prst="rect">
            <a:avLst/>
          </a:prstGeom>
        </p:spPr>
        <p:txBody>
          <a:bodyPr anchor="t" rtlCol="false" tIns="0" lIns="0" bIns="0" rIns="0">
            <a:spAutoFit/>
          </a:bodyPr>
          <a:lstStyle/>
          <a:p>
            <a:pPr algn="l" marL="0" indent="0" lvl="0">
              <a:lnSpc>
                <a:spcPts val="10260"/>
              </a:lnSpc>
              <a:spcBef>
                <a:spcPct val="0"/>
              </a:spcBef>
            </a:pPr>
            <a:r>
              <a:rPr lang="en-US" sz="7328">
                <a:solidFill>
                  <a:srgbClr val="FFFFFF"/>
                </a:solidFill>
                <a:latin typeface="Fira Code"/>
                <a:ea typeface="Fira Code"/>
                <a:cs typeface="Fira Code"/>
                <a:sym typeface="Fira Code"/>
              </a:rPr>
              <a:t>}</a:t>
            </a:r>
          </a:p>
        </p:txBody>
      </p:sp>
      <p:sp>
        <p:nvSpPr>
          <p:cNvPr name="TextBox 30" id="30"/>
          <p:cNvSpPr txBox="true"/>
          <p:nvPr/>
        </p:nvSpPr>
        <p:spPr>
          <a:xfrm rot="-10800000">
            <a:off x="1028700" y="6349500"/>
            <a:ext cx="558444" cy="1222155"/>
          </a:xfrm>
          <a:prstGeom prst="rect">
            <a:avLst/>
          </a:prstGeom>
        </p:spPr>
        <p:txBody>
          <a:bodyPr anchor="t" rtlCol="false" tIns="0" lIns="0" bIns="0" rIns="0">
            <a:spAutoFit/>
          </a:bodyPr>
          <a:lstStyle/>
          <a:p>
            <a:pPr algn="l" marL="0" indent="0" lvl="0">
              <a:lnSpc>
                <a:spcPts val="10260"/>
              </a:lnSpc>
              <a:spcBef>
                <a:spcPct val="0"/>
              </a:spcBef>
            </a:pPr>
            <a:r>
              <a:rPr lang="en-US" sz="7328">
                <a:solidFill>
                  <a:srgbClr val="FFFFFF"/>
                </a:solidFill>
                <a:latin typeface="Fira Code"/>
                <a:ea typeface="Fira Code"/>
                <a:cs typeface="Fira Code"/>
                <a:sym typeface="Fira Code"/>
              </a:rPr>
              <a:t>}</a:t>
            </a:r>
          </a:p>
        </p:txBody>
      </p:sp>
      <p:sp>
        <p:nvSpPr>
          <p:cNvPr name="TextBox 31" id="31"/>
          <p:cNvSpPr txBox="true"/>
          <p:nvPr/>
        </p:nvSpPr>
        <p:spPr>
          <a:xfrm rot="-10800000">
            <a:off x="8459804" y="3612791"/>
            <a:ext cx="558444" cy="1222155"/>
          </a:xfrm>
          <a:prstGeom prst="rect">
            <a:avLst/>
          </a:prstGeom>
        </p:spPr>
        <p:txBody>
          <a:bodyPr anchor="t" rtlCol="false" tIns="0" lIns="0" bIns="0" rIns="0">
            <a:spAutoFit/>
          </a:bodyPr>
          <a:lstStyle/>
          <a:p>
            <a:pPr algn="l" marL="0" indent="0" lvl="0">
              <a:lnSpc>
                <a:spcPts val="10260"/>
              </a:lnSpc>
              <a:spcBef>
                <a:spcPct val="0"/>
              </a:spcBef>
            </a:pPr>
            <a:r>
              <a:rPr lang="en-US" sz="7328">
                <a:solidFill>
                  <a:srgbClr val="FFFFFF"/>
                </a:solidFill>
                <a:latin typeface="Fira Code"/>
                <a:ea typeface="Fira Code"/>
                <a:cs typeface="Fira Code"/>
                <a:sym typeface="Fira Code"/>
              </a:rPr>
              <a: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0348241" y="2374500"/>
            <a:ext cx="5864196" cy="6189216"/>
          </a:xfrm>
          <a:custGeom>
            <a:avLst/>
            <a:gdLst/>
            <a:ahLst/>
            <a:cxnLst/>
            <a:rect r="r" b="b" t="t" l="l"/>
            <a:pathLst>
              <a:path h="6189216" w="5864196">
                <a:moveTo>
                  <a:pt x="0" y="0"/>
                </a:moveTo>
                <a:lnTo>
                  <a:pt x="5864195" y="0"/>
                </a:lnTo>
                <a:lnTo>
                  <a:pt x="5864195" y="6189216"/>
                </a:lnTo>
                <a:lnTo>
                  <a:pt x="0" y="6189216"/>
                </a:lnTo>
                <a:lnTo>
                  <a:pt x="0" y="0"/>
                </a:lnTo>
                <a:close/>
              </a:path>
            </a:pathLst>
          </a:custGeom>
          <a:blipFill>
            <a:blip r:embed="rId2"/>
            <a:stretch>
              <a:fillRect l="0" t="0" r="0" b="0"/>
            </a:stretch>
          </a:blipFill>
        </p:spPr>
      </p:sp>
      <p:sp>
        <p:nvSpPr>
          <p:cNvPr name="Freeform 3" id="3"/>
          <p:cNvSpPr/>
          <p:nvPr/>
        </p:nvSpPr>
        <p:spPr>
          <a:xfrm flipH="false" flipV="false" rot="-5400000">
            <a:off x="3302655" y="-4943565"/>
            <a:ext cx="11927910" cy="18533220"/>
          </a:xfrm>
          <a:custGeom>
            <a:avLst/>
            <a:gdLst/>
            <a:ahLst/>
            <a:cxnLst/>
            <a:rect r="r" b="b" t="t" l="l"/>
            <a:pathLst>
              <a:path h="18533220" w="11927910">
                <a:moveTo>
                  <a:pt x="0" y="0"/>
                </a:moveTo>
                <a:lnTo>
                  <a:pt x="11927910" y="0"/>
                </a:lnTo>
                <a:lnTo>
                  <a:pt x="11927910" y="18533220"/>
                </a:lnTo>
                <a:lnTo>
                  <a:pt x="0" y="18533220"/>
                </a:lnTo>
                <a:lnTo>
                  <a:pt x="0" y="0"/>
                </a:lnTo>
                <a:close/>
              </a:path>
            </a:pathLst>
          </a:custGeom>
          <a:blipFill>
            <a:blip r:embed="rId3">
              <a:alphaModFix amt="50000"/>
            </a:blip>
            <a:stretch>
              <a:fillRect l="0" t="-7208" r="0" b="-7208"/>
            </a:stretch>
          </a:blipFill>
        </p:spPr>
      </p:sp>
      <p:grpSp>
        <p:nvGrpSpPr>
          <p:cNvPr name="Group 4" id="4"/>
          <p:cNvGrpSpPr/>
          <p:nvPr/>
        </p:nvGrpSpPr>
        <p:grpSpPr>
          <a:xfrm rot="0">
            <a:off x="635426" y="606641"/>
            <a:ext cx="17262368" cy="844118"/>
            <a:chOff x="0" y="0"/>
            <a:chExt cx="23016491" cy="1125490"/>
          </a:xfrm>
        </p:grpSpPr>
        <p:grpSp>
          <p:nvGrpSpPr>
            <p:cNvPr name="Group 5" id="5"/>
            <p:cNvGrpSpPr/>
            <p:nvPr/>
          </p:nvGrpSpPr>
          <p:grpSpPr>
            <a:xfrm rot="0">
              <a:off x="0" y="0"/>
              <a:ext cx="23016491" cy="1125490"/>
              <a:chOff x="0" y="0"/>
              <a:chExt cx="4546467" cy="222319"/>
            </a:xfrm>
          </p:grpSpPr>
          <p:sp>
            <p:nvSpPr>
              <p:cNvPr name="Freeform 6" id="6"/>
              <p:cNvSpPr/>
              <p:nvPr/>
            </p:nvSpPr>
            <p:spPr>
              <a:xfrm flipH="false" flipV="false" rot="0">
                <a:off x="0" y="0"/>
                <a:ext cx="4546467" cy="222319"/>
              </a:xfrm>
              <a:custGeom>
                <a:avLst/>
                <a:gdLst/>
                <a:ahLst/>
                <a:cxnLst/>
                <a:rect r="r" b="b" t="t" l="l"/>
                <a:pathLst>
                  <a:path h="222319" w="4546467">
                    <a:moveTo>
                      <a:pt x="22873" y="0"/>
                    </a:moveTo>
                    <a:lnTo>
                      <a:pt x="4523595" y="0"/>
                    </a:lnTo>
                    <a:cubicBezTo>
                      <a:pt x="4529661" y="0"/>
                      <a:pt x="4535479" y="2410"/>
                      <a:pt x="4539768" y="6699"/>
                    </a:cubicBezTo>
                    <a:cubicBezTo>
                      <a:pt x="4544058" y="10989"/>
                      <a:pt x="4546467" y="16807"/>
                      <a:pt x="4546467" y="22873"/>
                    </a:cubicBezTo>
                    <a:lnTo>
                      <a:pt x="4546467" y="199446"/>
                    </a:lnTo>
                    <a:cubicBezTo>
                      <a:pt x="4546467" y="212079"/>
                      <a:pt x="4536227" y="222319"/>
                      <a:pt x="4523595" y="222319"/>
                    </a:cubicBezTo>
                    <a:lnTo>
                      <a:pt x="22873" y="222319"/>
                    </a:lnTo>
                    <a:cubicBezTo>
                      <a:pt x="10240" y="222319"/>
                      <a:pt x="0" y="212079"/>
                      <a:pt x="0" y="199446"/>
                    </a:cubicBezTo>
                    <a:lnTo>
                      <a:pt x="0" y="22873"/>
                    </a:lnTo>
                    <a:cubicBezTo>
                      <a:pt x="0" y="10240"/>
                      <a:pt x="10240" y="0"/>
                      <a:pt x="22873" y="0"/>
                    </a:cubicBezTo>
                    <a:close/>
                  </a:path>
                </a:pathLst>
              </a:custGeom>
              <a:ln w="19050" cap="rnd">
                <a:solidFill>
                  <a:srgbClr val="FFFFFF"/>
                </a:solidFill>
                <a:prstDash val="solid"/>
                <a:round/>
              </a:ln>
            </p:spPr>
          </p:sp>
          <p:sp>
            <p:nvSpPr>
              <p:cNvPr name="TextBox 7" id="7"/>
              <p:cNvSpPr txBox="true"/>
              <p:nvPr/>
            </p:nvSpPr>
            <p:spPr>
              <a:xfrm>
                <a:off x="0" y="-38100"/>
                <a:ext cx="4546467" cy="260419"/>
              </a:xfrm>
              <a:prstGeom prst="rect">
                <a:avLst/>
              </a:prstGeom>
            </p:spPr>
            <p:txBody>
              <a:bodyPr anchor="ctr" rtlCol="false" tIns="50800" lIns="50800" bIns="50800" rIns="50800"/>
              <a:lstStyle/>
              <a:p>
                <a:pPr algn="ctr">
                  <a:lnSpc>
                    <a:spcPts val="2659"/>
                  </a:lnSpc>
                </a:pPr>
              </a:p>
            </p:txBody>
          </p:sp>
        </p:grpSp>
        <p:sp>
          <p:nvSpPr>
            <p:cNvPr name="AutoShape 8" id="8"/>
            <p:cNvSpPr/>
            <p:nvPr/>
          </p:nvSpPr>
          <p:spPr>
            <a:xfrm>
              <a:off x="22130073" y="368470"/>
              <a:ext cx="350965" cy="383162"/>
            </a:xfrm>
            <a:prstGeom prst="line">
              <a:avLst/>
            </a:prstGeom>
            <a:ln cap="rnd" w="25400">
              <a:solidFill>
                <a:srgbClr val="FFFFFF"/>
              </a:solidFill>
              <a:prstDash val="solid"/>
              <a:headEnd type="none" len="sm" w="sm"/>
              <a:tailEnd type="none" len="sm" w="sm"/>
            </a:ln>
          </p:spPr>
        </p:sp>
        <p:sp>
          <p:nvSpPr>
            <p:cNvPr name="AutoShape 9" id="9"/>
            <p:cNvSpPr/>
            <p:nvPr/>
          </p:nvSpPr>
          <p:spPr>
            <a:xfrm flipH="true">
              <a:off x="22130073" y="377728"/>
              <a:ext cx="339363" cy="373904"/>
            </a:xfrm>
            <a:prstGeom prst="line">
              <a:avLst/>
            </a:prstGeom>
            <a:ln cap="rnd" w="25400">
              <a:solidFill>
                <a:srgbClr val="FFFFFF"/>
              </a:solidFill>
              <a:prstDash val="solid"/>
              <a:headEnd type="none" len="sm" w="sm"/>
              <a:tailEnd type="none" len="sm" w="sm"/>
            </a:ln>
          </p:spPr>
        </p:sp>
        <p:sp>
          <p:nvSpPr>
            <p:cNvPr name="AutoShape 10" id="10"/>
            <p:cNvSpPr/>
            <p:nvPr/>
          </p:nvSpPr>
          <p:spPr>
            <a:xfrm>
              <a:off x="20624713" y="560051"/>
              <a:ext cx="501367" cy="0"/>
            </a:xfrm>
            <a:prstGeom prst="line">
              <a:avLst/>
            </a:prstGeom>
            <a:ln cap="rnd" w="25400">
              <a:solidFill>
                <a:srgbClr val="FFFFFF"/>
              </a:solidFill>
              <a:prstDash val="solid"/>
              <a:headEnd type="none" len="sm" w="sm"/>
              <a:tailEnd type="none" len="sm" w="sm"/>
            </a:ln>
          </p:spPr>
        </p:sp>
        <p:grpSp>
          <p:nvGrpSpPr>
            <p:cNvPr name="Group 11" id="11"/>
            <p:cNvGrpSpPr/>
            <p:nvPr/>
          </p:nvGrpSpPr>
          <p:grpSpPr>
            <a:xfrm rot="0">
              <a:off x="21430813" y="361957"/>
              <a:ext cx="385123" cy="389674"/>
              <a:chOff x="0" y="0"/>
              <a:chExt cx="76074" cy="76973"/>
            </a:xfrm>
          </p:grpSpPr>
          <p:sp>
            <p:nvSpPr>
              <p:cNvPr name="Freeform 12" id="12"/>
              <p:cNvSpPr/>
              <p:nvPr/>
            </p:nvSpPr>
            <p:spPr>
              <a:xfrm flipH="false" flipV="false" rot="0">
                <a:off x="0" y="0"/>
                <a:ext cx="76074" cy="76973"/>
              </a:xfrm>
              <a:custGeom>
                <a:avLst/>
                <a:gdLst/>
                <a:ahLst/>
                <a:cxnLst/>
                <a:rect r="r" b="b" t="t" l="l"/>
                <a:pathLst>
                  <a:path h="76973" w="76074">
                    <a:moveTo>
                      <a:pt x="38037" y="0"/>
                    </a:moveTo>
                    <a:lnTo>
                      <a:pt x="38037" y="0"/>
                    </a:lnTo>
                    <a:cubicBezTo>
                      <a:pt x="59044" y="0"/>
                      <a:pt x="76074" y="17030"/>
                      <a:pt x="76074" y="38037"/>
                    </a:cubicBezTo>
                    <a:lnTo>
                      <a:pt x="76074" y="38936"/>
                    </a:lnTo>
                    <a:cubicBezTo>
                      <a:pt x="76074" y="59943"/>
                      <a:pt x="59044" y="76973"/>
                      <a:pt x="38037" y="76973"/>
                    </a:cubicBezTo>
                    <a:lnTo>
                      <a:pt x="38037" y="76973"/>
                    </a:lnTo>
                    <a:cubicBezTo>
                      <a:pt x="17030" y="76973"/>
                      <a:pt x="0" y="59943"/>
                      <a:pt x="0" y="38936"/>
                    </a:cubicBezTo>
                    <a:lnTo>
                      <a:pt x="0" y="38037"/>
                    </a:lnTo>
                    <a:cubicBezTo>
                      <a:pt x="0" y="17030"/>
                      <a:pt x="17030" y="0"/>
                      <a:pt x="38037" y="0"/>
                    </a:cubicBezTo>
                    <a:close/>
                  </a:path>
                </a:pathLst>
              </a:custGeom>
              <a:ln w="28575" cap="sq">
                <a:solidFill>
                  <a:srgbClr val="FFFFFF"/>
                </a:solidFill>
                <a:prstDash val="solid"/>
                <a:miter/>
              </a:ln>
            </p:spPr>
          </p:sp>
          <p:sp>
            <p:nvSpPr>
              <p:cNvPr name="TextBox 13" id="13"/>
              <p:cNvSpPr txBox="true"/>
              <p:nvPr/>
            </p:nvSpPr>
            <p:spPr>
              <a:xfrm>
                <a:off x="0" y="-38100"/>
                <a:ext cx="76074" cy="115073"/>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524366" y="222809"/>
              <a:ext cx="7965546" cy="622723"/>
            </a:xfrm>
            <a:prstGeom prst="rect">
              <a:avLst/>
            </a:prstGeom>
          </p:spPr>
          <p:txBody>
            <a:bodyPr anchor="t" rtlCol="false" tIns="0" lIns="0" bIns="0" rIns="0">
              <a:spAutoFit/>
            </a:bodyPr>
            <a:lstStyle/>
            <a:p>
              <a:pPr algn="ctr">
                <a:lnSpc>
                  <a:spcPts val="3920"/>
                </a:lnSpc>
              </a:pPr>
              <a:r>
                <a:rPr lang="en-US" sz="2800">
                  <a:solidFill>
                    <a:srgbClr val="38B6FF"/>
                  </a:solidFill>
                  <a:latin typeface="Fira Code"/>
                  <a:ea typeface="Fira Code"/>
                  <a:cs typeface="Fira Code"/>
                  <a:sym typeface="Fira Code"/>
                </a:rPr>
                <a:t>&lt;Company&gt;</a:t>
              </a:r>
              <a:r>
                <a:rPr lang="en-US" sz="2800">
                  <a:solidFill>
                    <a:srgbClr val="FFFFFF"/>
                  </a:solidFill>
                  <a:latin typeface="Fira Code"/>
                  <a:ea typeface="Fira Code"/>
                  <a:cs typeface="Fira Code"/>
                  <a:sym typeface="Fira Code"/>
                </a:rPr>
                <a:t>           </a:t>
              </a:r>
              <a:r>
                <a:rPr lang="en-US" sz="2800">
                  <a:solidFill>
                    <a:srgbClr val="AB81FF"/>
                  </a:solidFill>
                  <a:latin typeface="Fira Code"/>
                  <a:ea typeface="Fira Code"/>
                  <a:cs typeface="Fira Code"/>
                  <a:sym typeface="Fira Code"/>
                </a:rPr>
                <a:t>&lt;Lesson&gt;</a:t>
              </a:r>
            </a:p>
          </p:txBody>
        </p:sp>
      </p:grpSp>
      <p:sp>
        <p:nvSpPr>
          <p:cNvPr name="TextBox 15" id="15"/>
          <p:cNvSpPr txBox="true"/>
          <p:nvPr/>
        </p:nvSpPr>
        <p:spPr>
          <a:xfrm rot="0">
            <a:off x="3322923" y="2712874"/>
            <a:ext cx="6808033" cy="1259518"/>
          </a:xfrm>
          <a:prstGeom prst="rect">
            <a:avLst/>
          </a:prstGeom>
        </p:spPr>
        <p:txBody>
          <a:bodyPr anchor="t" rtlCol="false" tIns="0" lIns="0" bIns="0" rIns="0">
            <a:spAutoFit/>
          </a:bodyPr>
          <a:lstStyle/>
          <a:p>
            <a:pPr algn="l" marL="0" indent="0" lvl="0">
              <a:lnSpc>
                <a:spcPts val="10260"/>
              </a:lnSpc>
              <a:spcBef>
                <a:spcPct val="0"/>
              </a:spcBef>
            </a:pPr>
            <a:r>
              <a:rPr lang="en-US" sz="7328" strike="noStrike" u="none">
                <a:solidFill>
                  <a:srgbClr val="FFFFFF"/>
                </a:solidFill>
                <a:latin typeface="Fira Code"/>
                <a:ea typeface="Fira Code"/>
                <a:cs typeface="Fira Code"/>
                <a:sym typeface="Fira Code"/>
              </a:rPr>
              <a:t>Programming`</a:t>
            </a:r>
          </a:p>
        </p:txBody>
      </p:sp>
      <p:sp>
        <p:nvSpPr>
          <p:cNvPr name="TextBox 16" id="16"/>
          <p:cNvSpPr txBox="true"/>
          <p:nvPr/>
        </p:nvSpPr>
        <p:spPr>
          <a:xfrm rot="0">
            <a:off x="1028700" y="2712874"/>
            <a:ext cx="2776475" cy="1259518"/>
          </a:xfrm>
          <a:prstGeom prst="rect">
            <a:avLst/>
          </a:prstGeom>
        </p:spPr>
        <p:txBody>
          <a:bodyPr anchor="t" rtlCol="false" tIns="0" lIns="0" bIns="0" rIns="0">
            <a:spAutoFit/>
          </a:bodyPr>
          <a:lstStyle/>
          <a:p>
            <a:pPr algn="l" marL="0" indent="0" lvl="0">
              <a:lnSpc>
                <a:spcPts val="10260"/>
              </a:lnSpc>
              <a:spcBef>
                <a:spcPct val="0"/>
              </a:spcBef>
            </a:pPr>
            <a:r>
              <a:rPr lang="en-US" sz="7328">
                <a:solidFill>
                  <a:srgbClr val="FFC535"/>
                </a:solidFill>
                <a:latin typeface="Fira Code"/>
                <a:ea typeface="Fira Code"/>
                <a:cs typeface="Fira Code"/>
                <a:sym typeface="Fira Code"/>
              </a:rPr>
              <a:t>{</a:t>
            </a:r>
            <a:r>
              <a:rPr lang="en-US" sz="7328" strike="noStrike" u="none">
                <a:solidFill>
                  <a:srgbClr val="FFC535"/>
                </a:solidFill>
                <a:latin typeface="Fira Code"/>
                <a:ea typeface="Fira Code"/>
                <a:cs typeface="Fira Code"/>
                <a:sym typeface="Fira Code"/>
              </a:rPr>
              <a:t>01}</a:t>
            </a:r>
          </a:p>
        </p:txBody>
      </p:sp>
      <p:sp>
        <p:nvSpPr>
          <p:cNvPr name="TextBox 17" id="17"/>
          <p:cNvSpPr txBox="true"/>
          <p:nvPr/>
        </p:nvSpPr>
        <p:spPr>
          <a:xfrm rot="0">
            <a:off x="1028700" y="4275420"/>
            <a:ext cx="7949344" cy="4823460"/>
          </a:xfrm>
          <a:prstGeom prst="rect">
            <a:avLst/>
          </a:prstGeom>
        </p:spPr>
        <p:txBody>
          <a:bodyPr anchor="t" rtlCol="false" tIns="0" lIns="0" bIns="0" rIns="0">
            <a:spAutoFit/>
          </a:bodyPr>
          <a:lstStyle/>
          <a:p>
            <a:pPr algn="l" marL="0" indent="0" lvl="0">
              <a:lnSpc>
                <a:spcPts val="2939"/>
              </a:lnSpc>
              <a:spcBef>
                <a:spcPct val="0"/>
              </a:spcBef>
            </a:pPr>
            <a:r>
              <a:rPr lang="en-US" sz="2099" strike="noStrike" u="none">
                <a:solidFill>
                  <a:srgbClr val="FFFFFF"/>
                </a:solidFill>
                <a:latin typeface="Fira Code"/>
                <a:ea typeface="Fira Code"/>
                <a:cs typeface="Fira Code"/>
                <a:sym typeface="Fira Code"/>
              </a:rPr>
              <a:t>Programming is the art of telling a computer what to do through a set of instructions written in a specific language. It is a creative and logical process that allows us to develop software, websites, apps, and much more. By mastering programming languages, individuals can create innovative solutions, automate tasks, and bring their ideas to life in the digital world. Whether you are a beginner or an experienced coder, the world of programming offers endless opportunities for learning, growth, and problem-solving. So, grab your keyboard, let your imagination soar, and dive into the exciting world of programming!</a:t>
            </a:r>
          </a:p>
        </p:txBody>
      </p:sp>
      <p:sp>
        <p:nvSpPr>
          <p:cNvPr name="AutoShape 18" id="18"/>
          <p:cNvSpPr/>
          <p:nvPr/>
        </p:nvSpPr>
        <p:spPr>
          <a:xfrm>
            <a:off x="16005660" y="9799853"/>
            <a:ext cx="1892134" cy="0"/>
          </a:xfrm>
          <a:prstGeom prst="line">
            <a:avLst/>
          </a:prstGeom>
          <a:ln cap="flat" w="38100">
            <a:solidFill>
              <a:srgbClr val="FFFFFF"/>
            </a:solidFill>
            <a:prstDash val="solid"/>
            <a:headEnd type="none" len="sm" w="sm"/>
            <a:tailEnd type="arrow" len="sm" w="med"/>
          </a:ln>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3302655" y="-3708842"/>
            <a:ext cx="11927910" cy="18533220"/>
          </a:xfrm>
          <a:custGeom>
            <a:avLst/>
            <a:gdLst/>
            <a:ahLst/>
            <a:cxnLst/>
            <a:rect r="r" b="b" t="t" l="l"/>
            <a:pathLst>
              <a:path h="18533220" w="11927910">
                <a:moveTo>
                  <a:pt x="0" y="0"/>
                </a:moveTo>
                <a:lnTo>
                  <a:pt x="11927910" y="0"/>
                </a:lnTo>
                <a:lnTo>
                  <a:pt x="11927910" y="18533220"/>
                </a:lnTo>
                <a:lnTo>
                  <a:pt x="0" y="18533220"/>
                </a:lnTo>
                <a:lnTo>
                  <a:pt x="0" y="0"/>
                </a:lnTo>
                <a:close/>
              </a:path>
            </a:pathLst>
          </a:custGeom>
          <a:blipFill>
            <a:blip r:embed="rId2">
              <a:alphaModFix amt="50000"/>
            </a:blip>
            <a:stretch>
              <a:fillRect l="0" t="-7208" r="0" b="-7208"/>
            </a:stretch>
          </a:blipFill>
        </p:spPr>
      </p:sp>
      <p:grpSp>
        <p:nvGrpSpPr>
          <p:cNvPr name="Group 3" id="3"/>
          <p:cNvGrpSpPr>
            <a:grpSpLocks noChangeAspect="true"/>
          </p:cNvGrpSpPr>
          <p:nvPr/>
        </p:nvGrpSpPr>
        <p:grpSpPr>
          <a:xfrm rot="0">
            <a:off x="5609836" y="1771387"/>
            <a:ext cx="7068327" cy="5675097"/>
            <a:chOff x="0" y="0"/>
            <a:chExt cx="7467600" cy="5995670"/>
          </a:xfrm>
        </p:grpSpPr>
        <p:sp>
          <p:nvSpPr>
            <p:cNvPr name="Freeform 4" id="4"/>
            <p:cNvSpPr/>
            <p:nvPr/>
          </p:nvSpPr>
          <p:spPr>
            <a:xfrm flipH="false" flipV="false" rot="0">
              <a:off x="0" y="0"/>
              <a:ext cx="7467600" cy="4513580"/>
            </a:xfrm>
            <a:custGeom>
              <a:avLst/>
              <a:gdLst/>
              <a:ahLst/>
              <a:cxnLst/>
              <a:rect r="r" b="b" t="t" l="l"/>
              <a:pathLst>
                <a:path h="4513580" w="7467600">
                  <a:moveTo>
                    <a:pt x="7127240" y="0"/>
                  </a:moveTo>
                  <a:lnTo>
                    <a:pt x="340360" y="0"/>
                  </a:lnTo>
                  <a:cubicBezTo>
                    <a:pt x="152400" y="0"/>
                    <a:pt x="0" y="152400"/>
                    <a:pt x="0" y="340360"/>
                  </a:cubicBezTo>
                  <a:lnTo>
                    <a:pt x="0" y="4513580"/>
                  </a:lnTo>
                  <a:lnTo>
                    <a:pt x="7467600" y="4513580"/>
                  </a:lnTo>
                  <a:lnTo>
                    <a:pt x="7467600" y="340360"/>
                  </a:lnTo>
                  <a:cubicBezTo>
                    <a:pt x="7467600" y="152400"/>
                    <a:pt x="7315200" y="0"/>
                    <a:pt x="7127240" y="0"/>
                  </a:cubicBezTo>
                  <a:close/>
                  <a:moveTo>
                    <a:pt x="7142480" y="4188460"/>
                  </a:moveTo>
                  <a:lnTo>
                    <a:pt x="314961" y="4188460"/>
                  </a:lnTo>
                  <a:lnTo>
                    <a:pt x="314961" y="353060"/>
                  </a:lnTo>
                  <a:lnTo>
                    <a:pt x="7142480" y="353060"/>
                  </a:lnTo>
                  <a:lnTo>
                    <a:pt x="7142480" y="4188460"/>
                  </a:lnTo>
                  <a:close/>
                </a:path>
              </a:pathLst>
            </a:custGeom>
            <a:solidFill>
              <a:srgbClr val="000000"/>
            </a:solidFill>
          </p:spPr>
        </p:sp>
        <p:sp>
          <p:nvSpPr>
            <p:cNvPr name="Freeform 5" id="5"/>
            <p:cNvSpPr/>
            <p:nvPr/>
          </p:nvSpPr>
          <p:spPr>
            <a:xfrm flipH="false" flipV="false" rot="0">
              <a:off x="0" y="4514850"/>
              <a:ext cx="7467600" cy="695960"/>
            </a:xfrm>
            <a:custGeom>
              <a:avLst/>
              <a:gdLst/>
              <a:ahLst/>
              <a:cxnLst/>
              <a:rect r="r" b="b" t="t" l="l"/>
              <a:pathLst>
                <a:path h="695960" w="7467600">
                  <a:moveTo>
                    <a:pt x="0" y="355600"/>
                  </a:moveTo>
                  <a:cubicBezTo>
                    <a:pt x="0" y="543560"/>
                    <a:pt x="152400" y="695960"/>
                    <a:pt x="340360" y="695960"/>
                  </a:cubicBezTo>
                  <a:lnTo>
                    <a:pt x="7127240" y="695960"/>
                  </a:lnTo>
                  <a:cubicBezTo>
                    <a:pt x="7315200" y="695960"/>
                    <a:pt x="7467600" y="543560"/>
                    <a:pt x="7467600" y="355600"/>
                  </a:cubicBezTo>
                  <a:lnTo>
                    <a:pt x="7467600" y="0"/>
                  </a:lnTo>
                  <a:lnTo>
                    <a:pt x="0" y="0"/>
                  </a:lnTo>
                  <a:lnTo>
                    <a:pt x="0" y="355600"/>
                  </a:lnTo>
                  <a:close/>
                </a:path>
              </a:pathLst>
            </a:custGeom>
            <a:solidFill>
              <a:srgbClr val="E9E9E9"/>
            </a:solidFill>
          </p:spPr>
        </p:sp>
        <p:sp>
          <p:nvSpPr>
            <p:cNvPr name="Freeform 6" id="6"/>
            <p:cNvSpPr/>
            <p:nvPr/>
          </p:nvSpPr>
          <p:spPr>
            <a:xfrm flipH="false" flipV="false" rot="0">
              <a:off x="2434265" y="5210810"/>
              <a:ext cx="2596530" cy="786130"/>
            </a:xfrm>
            <a:custGeom>
              <a:avLst/>
              <a:gdLst/>
              <a:ahLst/>
              <a:cxnLst/>
              <a:rect r="r" b="b" t="t" l="l"/>
              <a:pathLst>
                <a:path h="786130" w="2596530">
                  <a:moveTo>
                    <a:pt x="1253815" y="0"/>
                  </a:moveTo>
                  <a:lnTo>
                    <a:pt x="448635" y="0"/>
                  </a:lnTo>
                  <a:cubicBezTo>
                    <a:pt x="448635" y="0"/>
                    <a:pt x="424505" y="370840"/>
                    <a:pt x="399105" y="525780"/>
                  </a:cubicBezTo>
                  <a:cubicBezTo>
                    <a:pt x="354655" y="791210"/>
                    <a:pt x="82875" y="706120"/>
                    <a:pt x="5405" y="762000"/>
                  </a:cubicBezTo>
                  <a:cubicBezTo>
                    <a:pt x="-4755" y="769620"/>
                    <a:pt x="325" y="786130"/>
                    <a:pt x="13025" y="786130"/>
                  </a:cubicBezTo>
                  <a:lnTo>
                    <a:pt x="2583505" y="786130"/>
                  </a:lnTo>
                  <a:cubicBezTo>
                    <a:pt x="2596205" y="786130"/>
                    <a:pt x="2601285" y="769620"/>
                    <a:pt x="2591125" y="762000"/>
                  </a:cubicBezTo>
                  <a:cubicBezTo>
                    <a:pt x="2513655" y="706120"/>
                    <a:pt x="2241875" y="791210"/>
                    <a:pt x="2197425" y="525780"/>
                  </a:cubicBezTo>
                  <a:cubicBezTo>
                    <a:pt x="2172025" y="370840"/>
                    <a:pt x="2147895" y="0"/>
                    <a:pt x="2147895" y="0"/>
                  </a:cubicBezTo>
                  <a:lnTo>
                    <a:pt x="1253815" y="0"/>
                  </a:lnTo>
                  <a:close/>
                </a:path>
              </a:pathLst>
            </a:custGeom>
            <a:solidFill>
              <a:srgbClr val="BBBBBB"/>
            </a:solidFill>
          </p:spPr>
        </p:sp>
        <p:sp>
          <p:nvSpPr>
            <p:cNvPr name="Freeform 7" id="7"/>
            <p:cNvSpPr/>
            <p:nvPr/>
          </p:nvSpPr>
          <p:spPr>
            <a:xfrm flipH="false" flipV="false" rot="0">
              <a:off x="314960" y="353060"/>
              <a:ext cx="6827520" cy="3835400"/>
            </a:xfrm>
            <a:custGeom>
              <a:avLst/>
              <a:gdLst/>
              <a:ahLst/>
              <a:cxnLst/>
              <a:rect r="r" b="b" t="t" l="l"/>
              <a:pathLst>
                <a:path h="3835400" w="6827520">
                  <a:moveTo>
                    <a:pt x="0" y="0"/>
                  </a:moveTo>
                  <a:lnTo>
                    <a:pt x="6827520" y="0"/>
                  </a:lnTo>
                  <a:lnTo>
                    <a:pt x="6827520" y="3835400"/>
                  </a:lnTo>
                  <a:lnTo>
                    <a:pt x="0" y="3835400"/>
                  </a:lnTo>
                  <a:close/>
                </a:path>
              </a:pathLst>
            </a:custGeom>
            <a:blipFill>
              <a:blip r:embed="rId3"/>
              <a:stretch>
                <a:fillRect l="0" t="-9300" r="0" b="-9300"/>
              </a:stretch>
            </a:blipFill>
          </p:spPr>
        </p:sp>
      </p:grpSp>
      <p:sp>
        <p:nvSpPr>
          <p:cNvPr name="TextBox 8" id="8"/>
          <p:cNvSpPr txBox="true"/>
          <p:nvPr/>
        </p:nvSpPr>
        <p:spPr>
          <a:xfrm rot="0">
            <a:off x="1487947" y="7303610"/>
            <a:ext cx="15557326" cy="1252126"/>
          </a:xfrm>
          <a:prstGeom prst="rect">
            <a:avLst/>
          </a:prstGeom>
        </p:spPr>
        <p:txBody>
          <a:bodyPr anchor="t" rtlCol="false" tIns="0" lIns="0" bIns="0" rIns="0">
            <a:spAutoFit/>
          </a:bodyPr>
          <a:lstStyle/>
          <a:p>
            <a:pPr algn="ctr" marL="0" indent="0" lvl="0">
              <a:lnSpc>
                <a:spcPts val="10260"/>
              </a:lnSpc>
              <a:spcBef>
                <a:spcPct val="0"/>
              </a:spcBef>
            </a:pPr>
            <a:r>
              <a:rPr lang="en-US" sz="7328" strike="noStrike" u="none">
                <a:solidFill>
                  <a:srgbClr val="FFFFFF"/>
                </a:solidFill>
                <a:latin typeface="Fira Code"/>
                <a:ea typeface="Fira Code"/>
                <a:cs typeface="Fira Code"/>
                <a:sym typeface="Fira Code"/>
              </a:rPr>
              <a:t>Welcome To </a:t>
            </a:r>
            <a:r>
              <a:rPr lang="en-US" sz="7328" strike="noStrike" u="none">
                <a:solidFill>
                  <a:srgbClr val="FF5858"/>
                </a:solidFill>
                <a:latin typeface="Fira Code"/>
                <a:ea typeface="Fira Code"/>
                <a:cs typeface="Fira Code"/>
                <a:sym typeface="Fira Code"/>
              </a:rPr>
              <a:t>&lt;</a:t>
            </a:r>
            <a:r>
              <a:rPr lang="en-US" sz="7328" strike="noStrike" u="none">
                <a:solidFill>
                  <a:srgbClr val="FFFFFF"/>
                </a:solidFill>
                <a:latin typeface="Fira Code"/>
                <a:ea typeface="Fira Code"/>
                <a:cs typeface="Fira Code"/>
                <a:sym typeface="Fira Code"/>
              </a:rPr>
              <a:t>Presentation</a:t>
            </a:r>
            <a:r>
              <a:rPr lang="en-US" sz="7328" strike="noStrike" u="none">
                <a:solidFill>
                  <a:srgbClr val="FF5858"/>
                </a:solidFill>
                <a:latin typeface="Fira Code"/>
                <a:ea typeface="Fira Code"/>
                <a:cs typeface="Fira Code"/>
                <a:sym typeface="Fira Code"/>
              </a:rPr>
              <a:t>&gt;</a:t>
            </a:r>
          </a:p>
        </p:txBody>
      </p:sp>
      <p:sp>
        <p:nvSpPr>
          <p:cNvPr name="TextBox 9" id="9"/>
          <p:cNvSpPr txBox="true"/>
          <p:nvPr/>
        </p:nvSpPr>
        <p:spPr>
          <a:xfrm rot="0">
            <a:off x="743973" y="8668427"/>
            <a:ext cx="17045273" cy="365760"/>
          </a:xfrm>
          <a:prstGeom prst="rect">
            <a:avLst/>
          </a:prstGeom>
        </p:spPr>
        <p:txBody>
          <a:bodyPr anchor="t" rtlCol="false" tIns="0" lIns="0" bIns="0" rIns="0">
            <a:spAutoFit/>
          </a:bodyPr>
          <a:lstStyle/>
          <a:p>
            <a:pPr algn="ctr" marL="0" indent="0" lvl="0">
              <a:lnSpc>
                <a:spcPts val="2939"/>
              </a:lnSpc>
              <a:spcBef>
                <a:spcPct val="0"/>
              </a:spcBef>
            </a:pPr>
            <a:r>
              <a:rPr lang="en-US" sz="2099" strike="noStrike" u="none">
                <a:solidFill>
                  <a:srgbClr val="FFFFFF"/>
                </a:solidFill>
                <a:latin typeface="Fira Code"/>
                <a:ea typeface="Fira Code"/>
                <a:cs typeface="Fira Code"/>
                <a:sym typeface="Fira Code"/>
              </a:rPr>
              <a:t>I'm Rain, and I'll be sharing with you my beautiful ideas. Follow me at @reallygreatsite to learn more. </a:t>
            </a:r>
          </a:p>
        </p:txBody>
      </p:sp>
      <p:grpSp>
        <p:nvGrpSpPr>
          <p:cNvPr name="Group 10" id="10"/>
          <p:cNvGrpSpPr/>
          <p:nvPr/>
        </p:nvGrpSpPr>
        <p:grpSpPr>
          <a:xfrm rot="0">
            <a:off x="635426" y="606641"/>
            <a:ext cx="17262368" cy="844118"/>
            <a:chOff x="0" y="0"/>
            <a:chExt cx="23016491" cy="1125490"/>
          </a:xfrm>
        </p:grpSpPr>
        <p:grpSp>
          <p:nvGrpSpPr>
            <p:cNvPr name="Group 11" id="11"/>
            <p:cNvGrpSpPr/>
            <p:nvPr/>
          </p:nvGrpSpPr>
          <p:grpSpPr>
            <a:xfrm rot="0">
              <a:off x="0" y="0"/>
              <a:ext cx="23016491" cy="1125490"/>
              <a:chOff x="0" y="0"/>
              <a:chExt cx="4546467" cy="222319"/>
            </a:xfrm>
          </p:grpSpPr>
          <p:sp>
            <p:nvSpPr>
              <p:cNvPr name="Freeform 12" id="12"/>
              <p:cNvSpPr/>
              <p:nvPr/>
            </p:nvSpPr>
            <p:spPr>
              <a:xfrm flipH="false" flipV="false" rot="0">
                <a:off x="0" y="0"/>
                <a:ext cx="4546467" cy="222319"/>
              </a:xfrm>
              <a:custGeom>
                <a:avLst/>
                <a:gdLst/>
                <a:ahLst/>
                <a:cxnLst/>
                <a:rect r="r" b="b" t="t" l="l"/>
                <a:pathLst>
                  <a:path h="222319" w="4546467">
                    <a:moveTo>
                      <a:pt x="22873" y="0"/>
                    </a:moveTo>
                    <a:lnTo>
                      <a:pt x="4523595" y="0"/>
                    </a:lnTo>
                    <a:cubicBezTo>
                      <a:pt x="4529661" y="0"/>
                      <a:pt x="4535479" y="2410"/>
                      <a:pt x="4539768" y="6699"/>
                    </a:cubicBezTo>
                    <a:cubicBezTo>
                      <a:pt x="4544058" y="10989"/>
                      <a:pt x="4546467" y="16807"/>
                      <a:pt x="4546467" y="22873"/>
                    </a:cubicBezTo>
                    <a:lnTo>
                      <a:pt x="4546467" y="199446"/>
                    </a:lnTo>
                    <a:cubicBezTo>
                      <a:pt x="4546467" y="212079"/>
                      <a:pt x="4536227" y="222319"/>
                      <a:pt x="4523595" y="222319"/>
                    </a:cubicBezTo>
                    <a:lnTo>
                      <a:pt x="22873" y="222319"/>
                    </a:lnTo>
                    <a:cubicBezTo>
                      <a:pt x="10240" y="222319"/>
                      <a:pt x="0" y="212079"/>
                      <a:pt x="0" y="199446"/>
                    </a:cubicBezTo>
                    <a:lnTo>
                      <a:pt x="0" y="22873"/>
                    </a:lnTo>
                    <a:cubicBezTo>
                      <a:pt x="0" y="10240"/>
                      <a:pt x="10240" y="0"/>
                      <a:pt x="22873" y="0"/>
                    </a:cubicBezTo>
                    <a:close/>
                  </a:path>
                </a:pathLst>
              </a:custGeom>
              <a:ln w="19050" cap="rnd">
                <a:solidFill>
                  <a:srgbClr val="FFFFFF"/>
                </a:solidFill>
                <a:prstDash val="solid"/>
                <a:round/>
              </a:ln>
            </p:spPr>
          </p:sp>
          <p:sp>
            <p:nvSpPr>
              <p:cNvPr name="TextBox 13" id="13"/>
              <p:cNvSpPr txBox="true"/>
              <p:nvPr/>
            </p:nvSpPr>
            <p:spPr>
              <a:xfrm>
                <a:off x="0" y="-38100"/>
                <a:ext cx="4546467" cy="260419"/>
              </a:xfrm>
              <a:prstGeom prst="rect">
                <a:avLst/>
              </a:prstGeom>
            </p:spPr>
            <p:txBody>
              <a:bodyPr anchor="ctr" rtlCol="false" tIns="50800" lIns="50800" bIns="50800" rIns="50800"/>
              <a:lstStyle/>
              <a:p>
                <a:pPr algn="ctr">
                  <a:lnSpc>
                    <a:spcPts val="2659"/>
                  </a:lnSpc>
                </a:pPr>
              </a:p>
            </p:txBody>
          </p:sp>
        </p:grpSp>
        <p:sp>
          <p:nvSpPr>
            <p:cNvPr name="AutoShape 14" id="14"/>
            <p:cNvSpPr/>
            <p:nvPr/>
          </p:nvSpPr>
          <p:spPr>
            <a:xfrm>
              <a:off x="22130073" y="368470"/>
              <a:ext cx="350965" cy="383162"/>
            </a:xfrm>
            <a:prstGeom prst="line">
              <a:avLst/>
            </a:prstGeom>
            <a:ln cap="rnd" w="25400">
              <a:solidFill>
                <a:srgbClr val="FFFFFF"/>
              </a:solidFill>
              <a:prstDash val="solid"/>
              <a:headEnd type="none" len="sm" w="sm"/>
              <a:tailEnd type="none" len="sm" w="sm"/>
            </a:ln>
          </p:spPr>
        </p:sp>
        <p:sp>
          <p:nvSpPr>
            <p:cNvPr name="AutoShape 15" id="15"/>
            <p:cNvSpPr/>
            <p:nvPr/>
          </p:nvSpPr>
          <p:spPr>
            <a:xfrm flipH="true">
              <a:off x="22130073" y="377728"/>
              <a:ext cx="339363" cy="373904"/>
            </a:xfrm>
            <a:prstGeom prst="line">
              <a:avLst/>
            </a:prstGeom>
            <a:ln cap="rnd" w="25400">
              <a:solidFill>
                <a:srgbClr val="FFFFFF"/>
              </a:solidFill>
              <a:prstDash val="solid"/>
              <a:headEnd type="none" len="sm" w="sm"/>
              <a:tailEnd type="none" len="sm" w="sm"/>
            </a:ln>
          </p:spPr>
        </p:sp>
        <p:sp>
          <p:nvSpPr>
            <p:cNvPr name="AutoShape 16" id="16"/>
            <p:cNvSpPr/>
            <p:nvPr/>
          </p:nvSpPr>
          <p:spPr>
            <a:xfrm>
              <a:off x="20624713" y="560051"/>
              <a:ext cx="501367" cy="0"/>
            </a:xfrm>
            <a:prstGeom prst="line">
              <a:avLst/>
            </a:prstGeom>
            <a:ln cap="rnd" w="25400">
              <a:solidFill>
                <a:srgbClr val="FFFFFF"/>
              </a:solidFill>
              <a:prstDash val="solid"/>
              <a:headEnd type="none" len="sm" w="sm"/>
              <a:tailEnd type="none" len="sm" w="sm"/>
            </a:ln>
          </p:spPr>
        </p:sp>
        <p:grpSp>
          <p:nvGrpSpPr>
            <p:cNvPr name="Group 17" id="17"/>
            <p:cNvGrpSpPr/>
            <p:nvPr/>
          </p:nvGrpSpPr>
          <p:grpSpPr>
            <a:xfrm rot="0">
              <a:off x="21430813" y="361957"/>
              <a:ext cx="385123" cy="389674"/>
              <a:chOff x="0" y="0"/>
              <a:chExt cx="76074" cy="76973"/>
            </a:xfrm>
          </p:grpSpPr>
          <p:sp>
            <p:nvSpPr>
              <p:cNvPr name="Freeform 18" id="18"/>
              <p:cNvSpPr/>
              <p:nvPr/>
            </p:nvSpPr>
            <p:spPr>
              <a:xfrm flipH="false" flipV="false" rot="0">
                <a:off x="0" y="0"/>
                <a:ext cx="76074" cy="76973"/>
              </a:xfrm>
              <a:custGeom>
                <a:avLst/>
                <a:gdLst/>
                <a:ahLst/>
                <a:cxnLst/>
                <a:rect r="r" b="b" t="t" l="l"/>
                <a:pathLst>
                  <a:path h="76973" w="76074">
                    <a:moveTo>
                      <a:pt x="38037" y="0"/>
                    </a:moveTo>
                    <a:lnTo>
                      <a:pt x="38037" y="0"/>
                    </a:lnTo>
                    <a:cubicBezTo>
                      <a:pt x="59044" y="0"/>
                      <a:pt x="76074" y="17030"/>
                      <a:pt x="76074" y="38037"/>
                    </a:cubicBezTo>
                    <a:lnTo>
                      <a:pt x="76074" y="38936"/>
                    </a:lnTo>
                    <a:cubicBezTo>
                      <a:pt x="76074" y="59943"/>
                      <a:pt x="59044" y="76973"/>
                      <a:pt x="38037" y="76973"/>
                    </a:cubicBezTo>
                    <a:lnTo>
                      <a:pt x="38037" y="76973"/>
                    </a:lnTo>
                    <a:cubicBezTo>
                      <a:pt x="17030" y="76973"/>
                      <a:pt x="0" y="59943"/>
                      <a:pt x="0" y="38936"/>
                    </a:cubicBezTo>
                    <a:lnTo>
                      <a:pt x="0" y="38037"/>
                    </a:lnTo>
                    <a:cubicBezTo>
                      <a:pt x="0" y="17030"/>
                      <a:pt x="17030" y="0"/>
                      <a:pt x="38037" y="0"/>
                    </a:cubicBezTo>
                    <a:close/>
                  </a:path>
                </a:pathLst>
              </a:custGeom>
              <a:ln w="28575" cap="sq">
                <a:solidFill>
                  <a:srgbClr val="FFFFFF"/>
                </a:solidFill>
                <a:prstDash val="solid"/>
                <a:miter/>
              </a:ln>
            </p:spPr>
          </p:sp>
          <p:sp>
            <p:nvSpPr>
              <p:cNvPr name="TextBox 19" id="19"/>
              <p:cNvSpPr txBox="true"/>
              <p:nvPr/>
            </p:nvSpPr>
            <p:spPr>
              <a:xfrm>
                <a:off x="0" y="-38100"/>
                <a:ext cx="76074" cy="115073"/>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524366" y="222809"/>
              <a:ext cx="7965546" cy="622723"/>
            </a:xfrm>
            <a:prstGeom prst="rect">
              <a:avLst/>
            </a:prstGeom>
          </p:spPr>
          <p:txBody>
            <a:bodyPr anchor="t" rtlCol="false" tIns="0" lIns="0" bIns="0" rIns="0">
              <a:spAutoFit/>
            </a:bodyPr>
            <a:lstStyle/>
            <a:p>
              <a:pPr algn="ctr">
                <a:lnSpc>
                  <a:spcPts val="3920"/>
                </a:lnSpc>
              </a:pPr>
              <a:r>
                <a:rPr lang="en-US" sz="2800">
                  <a:solidFill>
                    <a:srgbClr val="38B6FF"/>
                  </a:solidFill>
                  <a:latin typeface="Fira Code"/>
                  <a:ea typeface="Fira Code"/>
                  <a:cs typeface="Fira Code"/>
                  <a:sym typeface="Fira Code"/>
                </a:rPr>
                <a:t>&lt;Company&gt;</a:t>
              </a:r>
              <a:r>
                <a:rPr lang="en-US" sz="2800">
                  <a:solidFill>
                    <a:srgbClr val="FFFFFF"/>
                  </a:solidFill>
                  <a:latin typeface="Fira Code"/>
                  <a:ea typeface="Fira Code"/>
                  <a:cs typeface="Fira Code"/>
                  <a:sym typeface="Fira Code"/>
                </a:rPr>
                <a:t>           </a:t>
              </a:r>
              <a:r>
                <a:rPr lang="en-US" sz="2800">
                  <a:solidFill>
                    <a:srgbClr val="AB81FF"/>
                  </a:solidFill>
                  <a:latin typeface="Fira Code"/>
                  <a:ea typeface="Fira Code"/>
                  <a:cs typeface="Fira Code"/>
                  <a:sym typeface="Fira Code"/>
                </a:rPr>
                <a:t>&lt;Lesson&gt;</a:t>
              </a:r>
            </a:p>
          </p:txBody>
        </p:sp>
      </p:grpSp>
      <p:sp>
        <p:nvSpPr>
          <p:cNvPr name="AutoShape 21" id="21"/>
          <p:cNvSpPr/>
          <p:nvPr/>
        </p:nvSpPr>
        <p:spPr>
          <a:xfrm>
            <a:off x="16005660" y="9799853"/>
            <a:ext cx="1892134" cy="0"/>
          </a:xfrm>
          <a:prstGeom prst="line">
            <a:avLst/>
          </a:prstGeom>
          <a:ln cap="flat" w="38100">
            <a:solidFill>
              <a:srgbClr val="FFFFFF"/>
            </a:solidFill>
            <a:prstDash val="solid"/>
            <a:headEnd type="none" len="sm" w="sm"/>
            <a:tailEnd type="arrow" len="sm" w="med"/>
          </a:ln>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635426" y="606641"/>
            <a:ext cx="17262368" cy="844118"/>
            <a:chOff x="0" y="0"/>
            <a:chExt cx="23016491" cy="1125490"/>
          </a:xfrm>
        </p:grpSpPr>
        <p:grpSp>
          <p:nvGrpSpPr>
            <p:cNvPr name="Group 3" id="3"/>
            <p:cNvGrpSpPr/>
            <p:nvPr/>
          </p:nvGrpSpPr>
          <p:grpSpPr>
            <a:xfrm rot="0">
              <a:off x="0" y="0"/>
              <a:ext cx="23016491" cy="1125490"/>
              <a:chOff x="0" y="0"/>
              <a:chExt cx="4546467" cy="222319"/>
            </a:xfrm>
          </p:grpSpPr>
          <p:sp>
            <p:nvSpPr>
              <p:cNvPr name="Freeform 4" id="4"/>
              <p:cNvSpPr/>
              <p:nvPr/>
            </p:nvSpPr>
            <p:spPr>
              <a:xfrm flipH="false" flipV="false" rot="0">
                <a:off x="0" y="0"/>
                <a:ext cx="4546467" cy="222319"/>
              </a:xfrm>
              <a:custGeom>
                <a:avLst/>
                <a:gdLst/>
                <a:ahLst/>
                <a:cxnLst/>
                <a:rect r="r" b="b" t="t" l="l"/>
                <a:pathLst>
                  <a:path h="222319" w="4546467">
                    <a:moveTo>
                      <a:pt x="22873" y="0"/>
                    </a:moveTo>
                    <a:lnTo>
                      <a:pt x="4523595" y="0"/>
                    </a:lnTo>
                    <a:cubicBezTo>
                      <a:pt x="4529661" y="0"/>
                      <a:pt x="4535479" y="2410"/>
                      <a:pt x="4539768" y="6699"/>
                    </a:cubicBezTo>
                    <a:cubicBezTo>
                      <a:pt x="4544058" y="10989"/>
                      <a:pt x="4546467" y="16807"/>
                      <a:pt x="4546467" y="22873"/>
                    </a:cubicBezTo>
                    <a:lnTo>
                      <a:pt x="4546467" y="199446"/>
                    </a:lnTo>
                    <a:cubicBezTo>
                      <a:pt x="4546467" y="212079"/>
                      <a:pt x="4536227" y="222319"/>
                      <a:pt x="4523595" y="222319"/>
                    </a:cubicBezTo>
                    <a:lnTo>
                      <a:pt x="22873" y="222319"/>
                    </a:lnTo>
                    <a:cubicBezTo>
                      <a:pt x="10240" y="222319"/>
                      <a:pt x="0" y="212079"/>
                      <a:pt x="0" y="199446"/>
                    </a:cubicBezTo>
                    <a:lnTo>
                      <a:pt x="0" y="22873"/>
                    </a:lnTo>
                    <a:cubicBezTo>
                      <a:pt x="0" y="10240"/>
                      <a:pt x="10240" y="0"/>
                      <a:pt x="22873" y="0"/>
                    </a:cubicBezTo>
                    <a:close/>
                  </a:path>
                </a:pathLst>
              </a:custGeom>
              <a:ln w="19050" cap="rnd">
                <a:solidFill>
                  <a:srgbClr val="FFFFFF"/>
                </a:solidFill>
                <a:prstDash val="solid"/>
                <a:round/>
              </a:ln>
            </p:spPr>
          </p:sp>
          <p:sp>
            <p:nvSpPr>
              <p:cNvPr name="TextBox 5" id="5"/>
              <p:cNvSpPr txBox="true"/>
              <p:nvPr/>
            </p:nvSpPr>
            <p:spPr>
              <a:xfrm>
                <a:off x="0" y="-38100"/>
                <a:ext cx="4546467" cy="260419"/>
              </a:xfrm>
              <a:prstGeom prst="rect">
                <a:avLst/>
              </a:prstGeom>
            </p:spPr>
            <p:txBody>
              <a:bodyPr anchor="ctr" rtlCol="false" tIns="50800" lIns="50800" bIns="50800" rIns="50800"/>
              <a:lstStyle/>
              <a:p>
                <a:pPr algn="ctr">
                  <a:lnSpc>
                    <a:spcPts val="2659"/>
                  </a:lnSpc>
                </a:pPr>
              </a:p>
            </p:txBody>
          </p:sp>
        </p:grpSp>
        <p:sp>
          <p:nvSpPr>
            <p:cNvPr name="AutoShape 6" id="6"/>
            <p:cNvSpPr/>
            <p:nvPr/>
          </p:nvSpPr>
          <p:spPr>
            <a:xfrm>
              <a:off x="22130073" y="368470"/>
              <a:ext cx="350965" cy="383162"/>
            </a:xfrm>
            <a:prstGeom prst="line">
              <a:avLst/>
            </a:prstGeom>
            <a:ln cap="rnd" w="25400">
              <a:solidFill>
                <a:srgbClr val="FFFFFF"/>
              </a:solidFill>
              <a:prstDash val="solid"/>
              <a:headEnd type="none" len="sm" w="sm"/>
              <a:tailEnd type="none" len="sm" w="sm"/>
            </a:ln>
          </p:spPr>
        </p:sp>
        <p:sp>
          <p:nvSpPr>
            <p:cNvPr name="AutoShape 7" id="7"/>
            <p:cNvSpPr/>
            <p:nvPr/>
          </p:nvSpPr>
          <p:spPr>
            <a:xfrm flipH="true">
              <a:off x="22130073" y="377728"/>
              <a:ext cx="339363" cy="373904"/>
            </a:xfrm>
            <a:prstGeom prst="line">
              <a:avLst/>
            </a:prstGeom>
            <a:ln cap="rnd" w="25400">
              <a:solidFill>
                <a:srgbClr val="FFFFFF"/>
              </a:solidFill>
              <a:prstDash val="solid"/>
              <a:headEnd type="none" len="sm" w="sm"/>
              <a:tailEnd type="none" len="sm" w="sm"/>
            </a:ln>
          </p:spPr>
        </p:sp>
        <p:sp>
          <p:nvSpPr>
            <p:cNvPr name="AutoShape 8" id="8"/>
            <p:cNvSpPr/>
            <p:nvPr/>
          </p:nvSpPr>
          <p:spPr>
            <a:xfrm>
              <a:off x="20624713" y="560051"/>
              <a:ext cx="501367" cy="0"/>
            </a:xfrm>
            <a:prstGeom prst="line">
              <a:avLst/>
            </a:prstGeom>
            <a:ln cap="rnd" w="25400">
              <a:solidFill>
                <a:srgbClr val="FFFFFF"/>
              </a:solidFill>
              <a:prstDash val="solid"/>
              <a:headEnd type="none" len="sm" w="sm"/>
              <a:tailEnd type="none" len="sm" w="sm"/>
            </a:ln>
          </p:spPr>
        </p:sp>
        <p:grpSp>
          <p:nvGrpSpPr>
            <p:cNvPr name="Group 9" id="9"/>
            <p:cNvGrpSpPr/>
            <p:nvPr/>
          </p:nvGrpSpPr>
          <p:grpSpPr>
            <a:xfrm rot="0">
              <a:off x="21430813" y="361957"/>
              <a:ext cx="385123" cy="389674"/>
              <a:chOff x="0" y="0"/>
              <a:chExt cx="76074" cy="76973"/>
            </a:xfrm>
          </p:grpSpPr>
          <p:sp>
            <p:nvSpPr>
              <p:cNvPr name="Freeform 10" id="10"/>
              <p:cNvSpPr/>
              <p:nvPr/>
            </p:nvSpPr>
            <p:spPr>
              <a:xfrm flipH="false" flipV="false" rot="0">
                <a:off x="0" y="0"/>
                <a:ext cx="76074" cy="76973"/>
              </a:xfrm>
              <a:custGeom>
                <a:avLst/>
                <a:gdLst/>
                <a:ahLst/>
                <a:cxnLst/>
                <a:rect r="r" b="b" t="t" l="l"/>
                <a:pathLst>
                  <a:path h="76973" w="76074">
                    <a:moveTo>
                      <a:pt x="38037" y="0"/>
                    </a:moveTo>
                    <a:lnTo>
                      <a:pt x="38037" y="0"/>
                    </a:lnTo>
                    <a:cubicBezTo>
                      <a:pt x="59044" y="0"/>
                      <a:pt x="76074" y="17030"/>
                      <a:pt x="76074" y="38037"/>
                    </a:cubicBezTo>
                    <a:lnTo>
                      <a:pt x="76074" y="38936"/>
                    </a:lnTo>
                    <a:cubicBezTo>
                      <a:pt x="76074" y="59943"/>
                      <a:pt x="59044" y="76973"/>
                      <a:pt x="38037" y="76973"/>
                    </a:cubicBezTo>
                    <a:lnTo>
                      <a:pt x="38037" y="76973"/>
                    </a:lnTo>
                    <a:cubicBezTo>
                      <a:pt x="17030" y="76973"/>
                      <a:pt x="0" y="59943"/>
                      <a:pt x="0" y="38936"/>
                    </a:cubicBezTo>
                    <a:lnTo>
                      <a:pt x="0" y="38037"/>
                    </a:lnTo>
                    <a:cubicBezTo>
                      <a:pt x="0" y="17030"/>
                      <a:pt x="17030" y="0"/>
                      <a:pt x="38037" y="0"/>
                    </a:cubicBezTo>
                    <a:close/>
                  </a:path>
                </a:pathLst>
              </a:custGeom>
              <a:ln w="28575" cap="sq">
                <a:solidFill>
                  <a:srgbClr val="FFFFFF"/>
                </a:solidFill>
                <a:prstDash val="solid"/>
                <a:miter/>
              </a:ln>
            </p:spPr>
          </p:sp>
          <p:sp>
            <p:nvSpPr>
              <p:cNvPr name="TextBox 11" id="11"/>
              <p:cNvSpPr txBox="true"/>
              <p:nvPr/>
            </p:nvSpPr>
            <p:spPr>
              <a:xfrm>
                <a:off x="0" y="-38100"/>
                <a:ext cx="76074" cy="115073"/>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524366" y="222809"/>
              <a:ext cx="7965546" cy="622723"/>
            </a:xfrm>
            <a:prstGeom prst="rect">
              <a:avLst/>
            </a:prstGeom>
          </p:spPr>
          <p:txBody>
            <a:bodyPr anchor="t" rtlCol="false" tIns="0" lIns="0" bIns="0" rIns="0">
              <a:spAutoFit/>
            </a:bodyPr>
            <a:lstStyle/>
            <a:p>
              <a:pPr algn="ctr">
                <a:lnSpc>
                  <a:spcPts val="3920"/>
                </a:lnSpc>
              </a:pPr>
              <a:r>
                <a:rPr lang="en-US" sz="2800">
                  <a:solidFill>
                    <a:srgbClr val="38B6FF"/>
                  </a:solidFill>
                  <a:latin typeface="Fira Code"/>
                  <a:ea typeface="Fira Code"/>
                  <a:cs typeface="Fira Code"/>
                  <a:sym typeface="Fira Code"/>
                </a:rPr>
                <a:t>&lt;Company&gt;</a:t>
              </a:r>
              <a:r>
                <a:rPr lang="en-US" sz="2800">
                  <a:solidFill>
                    <a:srgbClr val="FFFFFF"/>
                  </a:solidFill>
                  <a:latin typeface="Fira Code"/>
                  <a:ea typeface="Fira Code"/>
                  <a:cs typeface="Fira Code"/>
                  <a:sym typeface="Fira Code"/>
                </a:rPr>
                <a:t>           </a:t>
              </a:r>
              <a:r>
                <a:rPr lang="en-US" sz="2800">
                  <a:solidFill>
                    <a:srgbClr val="AB81FF"/>
                  </a:solidFill>
                  <a:latin typeface="Fira Code"/>
                  <a:ea typeface="Fira Code"/>
                  <a:cs typeface="Fira Code"/>
                  <a:sym typeface="Fira Code"/>
                </a:rPr>
                <a:t>&lt;Lesson&gt;</a:t>
              </a:r>
            </a:p>
          </p:txBody>
        </p:sp>
      </p:grpSp>
      <p:sp>
        <p:nvSpPr>
          <p:cNvPr name="Freeform 13" id="13"/>
          <p:cNvSpPr/>
          <p:nvPr/>
        </p:nvSpPr>
        <p:spPr>
          <a:xfrm flipH="false" flipV="false" rot="0">
            <a:off x="11410898" y="2440103"/>
            <a:ext cx="5588597" cy="6637783"/>
          </a:xfrm>
          <a:custGeom>
            <a:avLst/>
            <a:gdLst/>
            <a:ahLst/>
            <a:cxnLst/>
            <a:rect r="r" b="b" t="t" l="l"/>
            <a:pathLst>
              <a:path h="6637783" w="5588597">
                <a:moveTo>
                  <a:pt x="0" y="0"/>
                </a:moveTo>
                <a:lnTo>
                  <a:pt x="5588597" y="0"/>
                </a:lnTo>
                <a:lnTo>
                  <a:pt x="5588597" y="6637784"/>
                </a:lnTo>
                <a:lnTo>
                  <a:pt x="0" y="6637784"/>
                </a:lnTo>
                <a:lnTo>
                  <a:pt x="0" y="0"/>
                </a:lnTo>
                <a:close/>
              </a:path>
            </a:pathLst>
          </a:custGeom>
          <a:blipFill>
            <a:blip r:embed="rId2"/>
            <a:stretch>
              <a:fillRect l="0" t="0" r="0" b="0"/>
            </a:stretch>
          </a:blipFill>
        </p:spPr>
      </p:sp>
      <p:sp>
        <p:nvSpPr>
          <p:cNvPr name="Freeform 14" id="14"/>
          <p:cNvSpPr/>
          <p:nvPr/>
        </p:nvSpPr>
        <p:spPr>
          <a:xfrm flipH="false" flipV="false" rot="-5400000">
            <a:off x="3302655" y="-4943565"/>
            <a:ext cx="11927910" cy="18533220"/>
          </a:xfrm>
          <a:custGeom>
            <a:avLst/>
            <a:gdLst/>
            <a:ahLst/>
            <a:cxnLst/>
            <a:rect r="r" b="b" t="t" l="l"/>
            <a:pathLst>
              <a:path h="18533220" w="11927910">
                <a:moveTo>
                  <a:pt x="0" y="0"/>
                </a:moveTo>
                <a:lnTo>
                  <a:pt x="11927910" y="0"/>
                </a:lnTo>
                <a:lnTo>
                  <a:pt x="11927910" y="18533220"/>
                </a:lnTo>
                <a:lnTo>
                  <a:pt x="0" y="18533220"/>
                </a:lnTo>
                <a:lnTo>
                  <a:pt x="0" y="0"/>
                </a:lnTo>
                <a:close/>
              </a:path>
            </a:pathLst>
          </a:custGeom>
          <a:blipFill>
            <a:blip r:embed="rId3">
              <a:alphaModFix amt="50000"/>
            </a:blip>
            <a:stretch>
              <a:fillRect l="0" t="-7208" r="0" b="-7208"/>
            </a:stretch>
          </a:blipFill>
        </p:spPr>
      </p:sp>
      <p:sp>
        <p:nvSpPr>
          <p:cNvPr name="Freeform 15" id="15"/>
          <p:cNvSpPr/>
          <p:nvPr/>
        </p:nvSpPr>
        <p:spPr>
          <a:xfrm flipH="false" flipV="false" rot="0">
            <a:off x="1528676" y="4321858"/>
            <a:ext cx="905621" cy="905621"/>
          </a:xfrm>
          <a:custGeom>
            <a:avLst/>
            <a:gdLst/>
            <a:ahLst/>
            <a:cxnLst/>
            <a:rect r="r" b="b" t="t" l="l"/>
            <a:pathLst>
              <a:path h="905621" w="905621">
                <a:moveTo>
                  <a:pt x="0" y="0"/>
                </a:moveTo>
                <a:lnTo>
                  <a:pt x="905621" y="0"/>
                </a:lnTo>
                <a:lnTo>
                  <a:pt x="905621" y="905620"/>
                </a:lnTo>
                <a:lnTo>
                  <a:pt x="0" y="9056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1528676" y="6765479"/>
            <a:ext cx="989895" cy="791916"/>
          </a:xfrm>
          <a:custGeom>
            <a:avLst/>
            <a:gdLst/>
            <a:ahLst/>
            <a:cxnLst/>
            <a:rect r="r" b="b" t="t" l="l"/>
            <a:pathLst>
              <a:path h="791916" w="989895">
                <a:moveTo>
                  <a:pt x="0" y="0"/>
                </a:moveTo>
                <a:lnTo>
                  <a:pt x="989895" y="0"/>
                </a:lnTo>
                <a:lnTo>
                  <a:pt x="989895" y="791915"/>
                </a:lnTo>
                <a:lnTo>
                  <a:pt x="0" y="7919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7" id="17"/>
          <p:cNvSpPr txBox="true"/>
          <p:nvPr/>
        </p:nvSpPr>
        <p:spPr>
          <a:xfrm rot="0">
            <a:off x="1028700" y="2189070"/>
            <a:ext cx="10846875" cy="1252126"/>
          </a:xfrm>
          <a:prstGeom prst="rect">
            <a:avLst/>
          </a:prstGeom>
        </p:spPr>
        <p:txBody>
          <a:bodyPr anchor="t" rtlCol="false" tIns="0" lIns="0" bIns="0" rIns="0">
            <a:spAutoFit/>
          </a:bodyPr>
          <a:lstStyle/>
          <a:p>
            <a:pPr algn="l" marL="0" indent="0" lvl="0">
              <a:lnSpc>
                <a:spcPts val="10260"/>
              </a:lnSpc>
              <a:spcBef>
                <a:spcPct val="0"/>
              </a:spcBef>
            </a:pPr>
            <a:r>
              <a:rPr lang="en-US" sz="7328" strike="noStrike" u="none">
                <a:solidFill>
                  <a:srgbClr val="FFFFFF"/>
                </a:solidFill>
                <a:latin typeface="Fira Code"/>
                <a:ea typeface="Fira Code"/>
                <a:cs typeface="Fira Code"/>
                <a:sym typeface="Fira Code"/>
              </a:rPr>
              <a:t>Our /</a:t>
            </a:r>
            <a:r>
              <a:rPr lang="en-US" sz="7328" strike="noStrike" u="none">
                <a:solidFill>
                  <a:srgbClr val="FF5858"/>
                </a:solidFill>
                <a:latin typeface="Fira Code"/>
                <a:ea typeface="Fira Code"/>
                <a:cs typeface="Fira Code"/>
                <a:sym typeface="Fira Code"/>
              </a:rPr>
              <a:t>Company’</a:t>
            </a:r>
          </a:p>
        </p:txBody>
      </p:sp>
      <p:sp>
        <p:nvSpPr>
          <p:cNvPr name="TextBox 18" id="18"/>
          <p:cNvSpPr txBox="true"/>
          <p:nvPr/>
        </p:nvSpPr>
        <p:spPr>
          <a:xfrm rot="0">
            <a:off x="3042786" y="4226608"/>
            <a:ext cx="6879750" cy="894697"/>
          </a:xfrm>
          <a:prstGeom prst="rect">
            <a:avLst/>
          </a:prstGeom>
        </p:spPr>
        <p:txBody>
          <a:bodyPr anchor="t" rtlCol="false" tIns="0" lIns="0" bIns="0" rIns="0">
            <a:spAutoFit/>
          </a:bodyPr>
          <a:lstStyle/>
          <a:p>
            <a:pPr algn="l" marL="0" indent="0" lvl="0">
              <a:lnSpc>
                <a:spcPts val="7386"/>
              </a:lnSpc>
              <a:spcBef>
                <a:spcPct val="0"/>
              </a:spcBef>
            </a:pPr>
            <a:r>
              <a:rPr lang="en-US" sz="5275" strike="noStrike" u="none">
                <a:solidFill>
                  <a:srgbClr val="FFFFFF"/>
                </a:solidFill>
                <a:latin typeface="Fira Code"/>
                <a:ea typeface="Fira Code"/>
                <a:cs typeface="Fira Code"/>
                <a:sym typeface="Fira Code"/>
              </a:rPr>
              <a:t>Languages</a:t>
            </a:r>
          </a:p>
        </p:txBody>
      </p:sp>
      <p:sp>
        <p:nvSpPr>
          <p:cNvPr name="TextBox 19" id="19"/>
          <p:cNvSpPr txBox="true"/>
          <p:nvPr/>
        </p:nvSpPr>
        <p:spPr>
          <a:xfrm rot="0">
            <a:off x="3042786" y="6643017"/>
            <a:ext cx="6879750" cy="894697"/>
          </a:xfrm>
          <a:prstGeom prst="rect">
            <a:avLst/>
          </a:prstGeom>
        </p:spPr>
        <p:txBody>
          <a:bodyPr anchor="t" rtlCol="false" tIns="0" lIns="0" bIns="0" rIns="0">
            <a:spAutoFit/>
          </a:bodyPr>
          <a:lstStyle/>
          <a:p>
            <a:pPr algn="l" marL="0" indent="0" lvl="0">
              <a:lnSpc>
                <a:spcPts val="7386"/>
              </a:lnSpc>
              <a:spcBef>
                <a:spcPct val="0"/>
              </a:spcBef>
            </a:pPr>
            <a:r>
              <a:rPr lang="en-US" sz="5275" strike="noStrike" u="none">
                <a:solidFill>
                  <a:srgbClr val="AB81FF"/>
                </a:solidFill>
                <a:latin typeface="Fira Code"/>
                <a:ea typeface="Fira Code"/>
                <a:cs typeface="Fira Code"/>
                <a:sym typeface="Fira Code"/>
              </a:rPr>
              <a:t>Create a web page</a:t>
            </a:r>
          </a:p>
        </p:txBody>
      </p:sp>
      <p:sp>
        <p:nvSpPr>
          <p:cNvPr name="TextBox 20" id="20"/>
          <p:cNvSpPr txBox="true"/>
          <p:nvPr/>
        </p:nvSpPr>
        <p:spPr>
          <a:xfrm rot="0">
            <a:off x="3042786" y="5293921"/>
            <a:ext cx="3821386" cy="737235"/>
          </a:xfrm>
          <a:prstGeom prst="rect">
            <a:avLst/>
          </a:prstGeom>
        </p:spPr>
        <p:txBody>
          <a:bodyPr anchor="t" rtlCol="false" tIns="0" lIns="0" bIns="0" rIns="0">
            <a:spAutoFit/>
          </a:bodyPr>
          <a:lstStyle/>
          <a:p>
            <a:pPr algn="l" marL="0" indent="0" lvl="0">
              <a:lnSpc>
                <a:spcPts val="2939"/>
              </a:lnSpc>
              <a:spcBef>
                <a:spcPct val="0"/>
              </a:spcBef>
            </a:pPr>
            <a:r>
              <a:rPr lang="en-US" sz="2099" strike="noStrike" u="none">
                <a:solidFill>
                  <a:srgbClr val="FFFFFF"/>
                </a:solidFill>
                <a:latin typeface="Fira Code"/>
                <a:ea typeface="Fira Code"/>
                <a:cs typeface="Fira Code"/>
                <a:sym typeface="Fira Code"/>
              </a:rPr>
              <a:t>Elaborate on what you want to discuss. </a:t>
            </a:r>
          </a:p>
        </p:txBody>
      </p:sp>
      <p:sp>
        <p:nvSpPr>
          <p:cNvPr name="TextBox 21" id="21"/>
          <p:cNvSpPr txBox="true"/>
          <p:nvPr/>
        </p:nvSpPr>
        <p:spPr>
          <a:xfrm rot="0">
            <a:off x="3042786" y="7709164"/>
            <a:ext cx="3821386" cy="737235"/>
          </a:xfrm>
          <a:prstGeom prst="rect">
            <a:avLst/>
          </a:prstGeom>
        </p:spPr>
        <p:txBody>
          <a:bodyPr anchor="t" rtlCol="false" tIns="0" lIns="0" bIns="0" rIns="0">
            <a:spAutoFit/>
          </a:bodyPr>
          <a:lstStyle/>
          <a:p>
            <a:pPr algn="l" marL="0" indent="0" lvl="0">
              <a:lnSpc>
                <a:spcPts val="2940"/>
              </a:lnSpc>
              <a:spcBef>
                <a:spcPct val="0"/>
              </a:spcBef>
            </a:pPr>
            <a:r>
              <a:rPr lang="en-US" sz="2100" strike="noStrike" u="none">
                <a:solidFill>
                  <a:srgbClr val="FFFFFF"/>
                </a:solidFill>
                <a:latin typeface="Fira Code"/>
                <a:ea typeface="Fira Code"/>
                <a:cs typeface="Fira Code"/>
                <a:sym typeface="Fira Code"/>
              </a:rPr>
              <a:t>Elaborate on what you want to discuss. </a:t>
            </a:r>
          </a:p>
        </p:txBody>
      </p:sp>
      <p:sp>
        <p:nvSpPr>
          <p:cNvPr name="AutoShape 22" id="22"/>
          <p:cNvSpPr/>
          <p:nvPr/>
        </p:nvSpPr>
        <p:spPr>
          <a:xfrm>
            <a:off x="16005660" y="9799853"/>
            <a:ext cx="1892134" cy="0"/>
          </a:xfrm>
          <a:prstGeom prst="line">
            <a:avLst/>
          </a:prstGeom>
          <a:ln cap="flat" w="38100">
            <a:solidFill>
              <a:srgbClr val="FFFFFF"/>
            </a:solidFill>
            <a:prstDash val="solid"/>
            <a:headEnd type="none" len="sm" w="sm"/>
            <a:tailEnd type="arrow" len="sm" w="med"/>
          </a:ln>
        </p:spPr>
      </p:sp>
      <p:sp>
        <p:nvSpPr>
          <p:cNvPr name="TextBox 23" id="23"/>
          <p:cNvSpPr txBox="true"/>
          <p:nvPr/>
        </p:nvSpPr>
        <p:spPr>
          <a:xfrm rot="0">
            <a:off x="2378688" y="4119391"/>
            <a:ext cx="558444" cy="1222155"/>
          </a:xfrm>
          <a:prstGeom prst="rect">
            <a:avLst/>
          </a:prstGeom>
        </p:spPr>
        <p:txBody>
          <a:bodyPr anchor="t" rtlCol="false" tIns="0" lIns="0" bIns="0" rIns="0">
            <a:spAutoFit/>
          </a:bodyPr>
          <a:lstStyle/>
          <a:p>
            <a:pPr algn="l" marL="0" indent="0" lvl="0">
              <a:lnSpc>
                <a:spcPts val="10260"/>
              </a:lnSpc>
              <a:spcBef>
                <a:spcPct val="0"/>
              </a:spcBef>
            </a:pPr>
            <a:r>
              <a:rPr lang="en-US" sz="7328">
                <a:solidFill>
                  <a:srgbClr val="FFFFFF"/>
                </a:solidFill>
                <a:latin typeface="Fira Code"/>
                <a:ea typeface="Fira Code"/>
                <a:cs typeface="Fira Code"/>
                <a:sym typeface="Fira Code"/>
              </a:rPr>
              <a:t>}</a:t>
            </a:r>
          </a:p>
        </p:txBody>
      </p:sp>
      <p:sp>
        <p:nvSpPr>
          <p:cNvPr name="TextBox 24" id="24"/>
          <p:cNvSpPr txBox="true"/>
          <p:nvPr/>
        </p:nvSpPr>
        <p:spPr>
          <a:xfrm rot="0">
            <a:off x="2378688" y="6534634"/>
            <a:ext cx="558444" cy="1222155"/>
          </a:xfrm>
          <a:prstGeom prst="rect">
            <a:avLst/>
          </a:prstGeom>
        </p:spPr>
        <p:txBody>
          <a:bodyPr anchor="t" rtlCol="false" tIns="0" lIns="0" bIns="0" rIns="0">
            <a:spAutoFit/>
          </a:bodyPr>
          <a:lstStyle/>
          <a:p>
            <a:pPr algn="l" marL="0" indent="0" lvl="0">
              <a:lnSpc>
                <a:spcPts val="10260"/>
              </a:lnSpc>
              <a:spcBef>
                <a:spcPct val="0"/>
              </a:spcBef>
            </a:pPr>
            <a:r>
              <a:rPr lang="en-US" sz="7328">
                <a:solidFill>
                  <a:srgbClr val="FFFFFF"/>
                </a:solidFill>
                <a:latin typeface="Fira Code"/>
                <a:ea typeface="Fira Code"/>
                <a:cs typeface="Fira Code"/>
                <a:sym typeface="Fira Code"/>
              </a:rPr>
              <a:t>}</a:t>
            </a:r>
          </a:p>
        </p:txBody>
      </p:sp>
      <p:sp>
        <p:nvSpPr>
          <p:cNvPr name="TextBox 25" id="25"/>
          <p:cNvSpPr txBox="true"/>
          <p:nvPr/>
        </p:nvSpPr>
        <p:spPr>
          <a:xfrm rot="-10800000">
            <a:off x="1028700" y="4206554"/>
            <a:ext cx="558444" cy="1222155"/>
          </a:xfrm>
          <a:prstGeom prst="rect">
            <a:avLst/>
          </a:prstGeom>
        </p:spPr>
        <p:txBody>
          <a:bodyPr anchor="t" rtlCol="false" tIns="0" lIns="0" bIns="0" rIns="0">
            <a:spAutoFit/>
          </a:bodyPr>
          <a:lstStyle/>
          <a:p>
            <a:pPr algn="l" marL="0" indent="0" lvl="0">
              <a:lnSpc>
                <a:spcPts val="10260"/>
              </a:lnSpc>
              <a:spcBef>
                <a:spcPct val="0"/>
              </a:spcBef>
            </a:pPr>
            <a:r>
              <a:rPr lang="en-US" sz="7328">
                <a:solidFill>
                  <a:srgbClr val="FFFFFF"/>
                </a:solidFill>
                <a:latin typeface="Fira Code"/>
                <a:ea typeface="Fira Code"/>
                <a:cs typeface="Fira Code"/>
                <a:sym typeface="Fira Code"/>
              </a:rPr>
              <a:t>}</a:t>
            </a:r>
          </a:p>
        </p:txBody>
      </p:sp>
      <p:sp>
        <p:nvSpPr>
          <p:cNvPr name="TextBox 26" id="26"/>
          <p:cNvSpPr txBox="true"/>
          <p:nvPr/>
        </p:nvSpPr>
        <p:spPr>
          <a:xfrm rot="-10800000">
            <a:off x="1028700" y="6621797"/>
            <a:ext cx="558444" cy="1222155"/>
          </a:xfrm>
          <a:prstGeom prst="rect">
            <a:avLst/>
          </a:prstGeom>
        </p:spPr>
        <p:txBody>
          <a:bodyPr anchor="t" rtlCol="false" tIns="0" lIns="0" bIns="0" rIns="0">
            <a:spAutoFit/>
          </a:bodyPr>
          <a:lstStyle/>
          <a:p>
            <a:pPr algn="l" marL="0" indent="0" lvl="0">
              <a:lnSpc>
                <a:spcPts val="10260"/>
              </a:lnSpc>
              <a:spcBef>
                <a:spcPct val="0"/>
              </a:spcBef>
            </a:pPr>
            <a:r>
              <a:rPr lang="en-US" sz="7328">
                <a:solidFill>
                  <a:srgbClr val="FFFFFF"/>
                </a:solidFill>
                <a:latin typeface="Fira Code"/>
                <a:ea typeface="Fira Code"/>
                <a:cs typeface="Fira Code"/>
                <a:sym typeface="Fira Code"/>
              </a:rPr>
              <a: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028700" y="4478813"/>
            <a:ext cx="3680773" cy="836755"/>
            <a:chOff x="0" y="0"/>
            <a:chExt cx="969422" cy="220380"/>
          </a:xfrm>
        </p:grpSpPr>
        <p:sp>
          <p:nvSpPr>
            <p:cNvPr name="Freeform 3" id="3"/>
            <p:cNvSpPr/>
            <p:nvPr/>
          </p:nvSpPr>
          <p:spPr>
            <a:xfrm flipH="false" flipV="false" rot="0">
              <a:off x="0" y="0"/>
              <a:ext cx="969422" cy="220380"/>
            </a:xfrm>
            <a:custGeom>
              <a:avLst/>
              <a:gdLst/>
              <a:ahLst/>
              <a:cxnLst/>
              <a:rect r="r" b="b" t="t" l="l"/>
              <a:pathLst>
                <a:path h="220380" w="969422">
                  <a:moveTo>
                    <a:pt x="39963" y="0"/>
                  </a:moveTo>
                  <a:lnTo>
                    <a:pt x="929458" y="0"/>
                  </a:lnTo>
                  <a:cubicBezTo>
                    <a:pt x="951530" y="0"/>
                    <a:pt x="969422" y="17892"/>
                    <a:pt x="969422" y="39963"/>
                  </a:cubicBezTo>
                  <a:lnTo>
                    <a:pt x="969422" y="180416"/>
                  </a:lnTo>
                  <a:cubicBezTo>
                    <a:pt x="969422" y="202488"/>
                    <a:pt x="951530" y="220380"/>
                    <a:pt x="929458" y="220380"/>
                  </a:cubicBezTo>
                  <a:lnTo>
                    <a:pt x="39963" y="220380"/>
                  </a:lnTo>
                  <a:cubicBezTo>
                    <a:pt x="17892" y="220380"/>
                    <a:pt x="0" y="202488"/>
                    <a:pt x="0" y="180416"/>
                  </a:cubicBezTo>
                  <a:lnTo>
                    <a:pt x="0" y="39963"/>
                  </a:lnTo>
                  <a:cubicBezTo>
                    <a:pt x="0" y="17892"/>
                    <a:pt x="17892" y="0"/>
                    <a:pt x="39963" y="0"/>
                  </a:cubicBezTo>
                  <a:close/>
                </a:path>
              </a:pathLst>
            </a:custGeom>
            <a:solidFill>
              <a:srgbClr val="FFC535"/>
            </a:solidFill>
          </p:spPr>
        </p:sp>
        <p:sp>
          <p:nvSpPr>
            <p:cNvPr name="TextBox 4" id="4"/>
            <p:cNvSpPr txBox="true"/>
            <p:nvPr/>
          </p:nvSpPr>
          <p:spPr>
            <a:xfrm>
              <a:off x="0" y="-38100"/>
              <a:ext cx="969422" cy="25848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6110100" y="4474703"/>
            <a:ext cx="3680773" cy="836755"/>
            <a:chOff x="0" y="0"/>
            <a:chExt cx="969422" cy="220380"/>
          </a:xfrm>
        </p:grpSpPr>
        <p:sp>
          <p:nvSpPr>
            <p:cNvPr name="Freeform 6" id="6"/>
            <p:cNvSpPr/>
            <p:nvPr/>
          </p:nvSpPr>
          <p:spPr>
            <a:xfrm flipH="false" flipV="false" rot="0">
              <a:off x="0" y="0"/>
              <a:ext cx="969422" cy="220380"/>
            </a:xfrm>
            <a:custGeom>
              <a:avLst/>
              <a:gdLst/>
              <a:ahLst/>
              <a:cxnLst/>
              <a:rect r="r" b="b" t="t" l="l"/>
              <a:pathLst>
                <a:path h="220380" w="969422">
                  <a:moveTo>
                    <a:pt x="39963" y="0"/>
                  </a:moveTo>
                  <a:lnTo>
                    <a:pt x="929458" y="0"/>
                  </a:lnTo>
                  <a:cubicBezTo>
                    <a:pt x="951530" y="0"/>
                    <a:pt x="969422" y="17892"/>
                    <a:pt x="969422" y="39963"/>
                  </a:cubicBezTo>
                  <a:lnTo>
                    <a:pt x="969422" y="180416"/>
                  </a:lnTo>
                  <a:cubicBezTo>
                    <a:pt x="969422" y="202488"/>
                    <a:pt x="951530" y="220380"/>
                    <a:pt x="929458" y="220380"/>
                  </a:cubicBezTo>
                  <a:lnTo>
                    <a:pt x="39963" y="220380"/>
                  </a:lnTo>
                  <a:cubicBezTo>
                    <a:pt x="17892" y="220380"/>
                    <a:pt x="0" y="202488"/>
                    <a:pt x="0" y="180416"/>
                  </a:cubicBezTo>
                  <a:lnTo>
                    <a:pt x="0" y="39963"/>
                  </a:lnTo>
                  <a:cubicBezTo>
                    <a:pt x="0" y="17892"/>
                    <a:pt x="17892" y="0"/>
                    <a:pt x="39963" y="0"/>
                  </a:cubicBezTo>
                  <a:close/>
                </a:path>
              </a:pathLst>
            </a:custGeom>
            <a:solidFill>
              <a:srgbClr val="FFC535"/>
            </a:solidFill>
          </p:spPr>
        </p:sp>
        <p:sp>
          <p:nvSpPr>
            <p:cNvPr name="TextBox 7" id="7"/>
            <p:cNvSpPr txBox="true"/>
            <p:nvPr/>
          </p:nvSpPr>
          <p:spPr>
            <a:xfrm>
              <a:off x="0" y="-38100"/>
              <a:ext cx="969422" cy="25848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1370086" y="4474703"/>
            <a:ext cx="3680773" cy="836755"/>
            <a:chOff x="0" y="0"/>
            <a:chExt cx="969422" cy="220380"/>
          </a:xfrm>
        </p:grpSpPr>
        <p:sp>
          <p:nvSpPr>
            <p:cNvPr name="Freeform 9" id="9"/>
            <p:cNvSpPr/>
            <p:nvPr/>
          </p:nvSpPr>
          <p:spPr>
            <a:xfrm flipH="false" flipV="false" rot="0">
              <a:off x="0" y="0"/>
              <a:ext cx="969422" cy="220380"/>
            </a:xfrm>
            <a:custGeom>
              <a:avLst/>
              <a:gdLst/>
              <a:ahLst/>
              <a:cxnLst/>
              <a:rect r="r" b="b" t="t" l="l"/>
              <a:pathLst>
                <a:path h="220380" w="969422">
                  <a:moveTo>
                    <a:pt x="39963" y="0"/>
                  </a:moveTo>
                  <a:lnTo>
                    <a:pt x="929458" y="0"/>
                  </a:lnTo>
                  <a:cubicBezTo>
                    <a:pt x="951530" y="0"/>
                    <a:pt x="969422" y="17892"/>
                    <a:pt x="969422" y="39963"/>
                  </a:cubicBezTo>
                  <a:lnTo>
                    <a:pt x="969422" y="180416"/>
                  </a:lnTo>
                  <a:cubicBezTo>
                    <a:pt x="969422" y="202488"/>
                    <a:pt x="951530" y="220380"/>
                    <a:pt x="929458" y="220380"/>
                  </a:cubicBezTo>
                  <a:lnTo>
                    <a:pt x="39963" y="220380"/>
                  </a:lnTo>
                  <a:cubicBezTo>
                    <a:pt x="17892" y="220380"/>
                    <a:pt x="0" y="202488"/>
                    <a:pt x="0" y="180416"/>
                  </a:cubicBezTo>
                  <a:lnTo>
                    <a:pt x="0" y="39963"/>
                  </a:lnTo>
                  <a:cubicBezTo>
                    <a:pt x="0" y="17892"/>
                    <a:pt x="17892" y="0"/>
                    <a:pt x="39963" y="0"/>
                  </a:cubicBezTo>
                  <a:close/>
                </a:path>
              </a:pathLst>
            </a:custGeom>
            <a:solidFill>
              <a:srgbClr val="FFC535"/>
            </a:solidFill>
          </p:spPr>
        </p:sp>
        <p:sp>
          <p:nvSpPr>
            <p:cNvPr name="TextBox 10" id="10"/>
            <p:cNvSpPr txBox="true"/>
            <p:nvPr/>
          </p:nvSpPr>
          <p:spPr>
            <a:xfrm>
              <a:off x="0" y="-38100"/>
              <a:ext cx="969422" cy="258480"/>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5400000">
            <a:off x="3302655" y="-3708842"/>
            <a:ext cx="11927910" cy="18533220"/>
          </a:xfrm>
          <a:custGeom>
            <a:avLst/>
            <a:gdLst/>
            <a:ahLst/>
            <a:cxnLst/>
            <a:rect r="r" b="b" t="t" l="l"/>
            <a:pathLst>
              <a:path h="18533220" w="11927910">
                <a:moveTo>
                  <a:pt x="0" y="0"/>
                </a:moveTo>
                <a:lnTo>
                  <a:pt x="11927910" y="0"/>
                </a:lnTo>
                <a:lnTo>
                  <a:pt x="11927910" y="18533220"/>
                </a:lnTo>
                <a:lnTo>
                  <a:pt x="0" y="18533220"/>
                </a:lnTo>
                <a:lnTo>
                  <a:pt x="0" y="0"/>
                </a:lnTo>
                <a:close/>
              </a:path>
            </a:pathLst>
          </a:custGeom>
          <a:blipFill>
            <a:blip r:embed="rId2">
              <a:alphaModFix amt="50000"/>
            </a:blip>
            <a:stretch>
              <a:fillRect l="0" t="-7208" r="0" b="-7208"/>
            </a:stretch>
          </a:blipFill>
        </p:spPr>
      </p:sp>
      <p:grpSp>
        <p:nvGrpSpPr>
          <p:cNvPr name="Group 12" id="12"/>
          <p:cNvGrpSpPr/>
          <p:nvPr/>
        </p:nvGrpSpPr>
        <p:grpSpPr>
          <a:xfrm rot="0">
            <a:off x="635426" y="606641"/>
            <a:ext cx="17262368" cy="844118"/>
            <a:chOff x="0" y="0"/>
            <a:chExt cx="23016491" cy="1125490"/>
          </a:xfrm>
        </p:grpSpPr>
        <p:grpSp>
          <p:nvGrpSpPr>
            <p:cNvPr name="Group 13" id="13"/>
            <p:cNvGrpSpPr/>
            <p:nvPr/>
          </p:nvGrpSpPr>
          <p:grpSpPr>
            <a:xfrm rot="0">
              <a:off x="0" y="0"/>
              <a:ext cx="23016491" cy="1125490"/>
              <a:chOff x="0" y="0"/>
              <a:chExt cx="4546467" cy="222319"/>
            </a:xfrm>
          </p:grpSpPr>
          <p:sp>
            <p:nvSpPr>
              <p:cNvPr name="Freeform 14" id="14"/>
              <p:cNvSpPr/>
              <p:nvPr/>
            </p:nvSpPr>
            <p:spPr>
              <a:xfrm flipH="false" flipV="false" rot="0">
                <a:off x="0" y="0"/>
                <a:ext cx="4546467" cy="222319"/>
              </a:xfrm>
              <a:custGeom>
                <a:avLst/>
                <a:gdLst/>
                <a:ahLst/>
                <a:cxnLst/>
                <a:rect r="r" b="b" t="t" l="l"/>
                <a:pathLst>
                  <a:path h="222319" w="4546467">
                    <a:moveTo>
                      <a:pt x="22873" y="0"/>
                    </a:moveTo>
                    <a:lnTo>
                      <a:pt x="4523595" y="0"/>
                    </a:lnTo>
                    <a:cubicBezTo>
                      <a:pt x="4529661" y="0"/>
                      <a:pt x="4535479" y="2410"/>
                      <a:pt x="4539768" y="6699"/>
                    </a:cubicBezTo>
                    <a:cubicBezTo>
                      <a:pt x="4544058" y="10989"/>
                      <a:pt x="4546467" y="16807"/>
                      <a:pt x="4546467" y="22873"/>
                    </a:cubicBezTo>
                    <a:lnTo>
                      <a:pt x="4546467" y="199446"/>
                    </a:lnTo>
                    <a:cubicBezTo>
                      <a:pt x="4546467" y="212079"/>
                      <a:pt x="4536227" y="222319"/>
                      <a:pt x="4523595" y="222319"/>
                    </a:cubicBezTo>
                    <a:lnTo>
                      <a:pt x="22873" y="222319"/>
                    </a:lnTo>
                    <a:cubicBezTo>
                      <a:pt x="10240" y="222319"/>
                      <a:pt x="0" y="212079"/>
                      <a:pt x="0" y="199446"/>
                    </a:cubicBezTo>
                    <a:lnTo>
                      <a:pt x="0" y="22873"/>
                    </a:lnTo>
                    <a:cubicBezTo>
                      <a:pt x="0" y="10240"/>
                      <a:pt x="10240" y="0"/>
                      <a:pt x="22873" y="0"/>
                    </a:cubicBezTo>
                    <a:close/>
                  </a:path>
                </a:pathLst>
              </a:custGeom>
              <a:ln w="19050" cap="rnd">
                <a:solidFill>
                  <a:srgbClr val="FFFFFF"/>
                </a:solidFill>
                <a:prstDash val="solid"/>
                <a:round/>
              </a:ln>
            </p:spPr>
          </p:sp>
          <p:sp>
            <p:nvSpPr>
              <p:cNvPr name="TextBox 15" id="15"/>
              <p:cNvSpPr txBox="true"/>
              <p:nvPr/>
            </p:nvSpPr>
            <p:spPr>
              <a:xfrm>
                <a:off x="0" y="-38100"/>
                <a:ext cx="4546467" cy="260419"/>
              </a:xfrm>
              <a:prstGeom prst="rect">
                <a:avLst/>
              </a:prstGeom>
            </p:spPr>
            <p:txBody>
              <a:bodyPr anchor="ctr" rtlCol="false" tIns="50800" lIns="50800" bIns="50800" rIns="50800"/>
              <a:lstStyle/>
              <a:p>
                <a:pPr algn="ctr">
                  <a:lnSpc>
                    <a:spcPts val="2659"/>
                  </a:lnSpc>
                </a:pPr>
              </a:p>
            </p:txBody>
          </p:sp>
        </p:grpSp>
        <p:sp>
          <p:nvSpPr>
            <p:cNvPr name="AutoShape 16" id="16"/>
            <p:cNvSpPr/>
            <p:nvPr/>
          </p:nvSpPr>
          <p:spPr>
            <a:xfrm>
              <a:off x="22130073" y="368470"/>
              <a:ext cx="350965" cy="383162"/>
            </a:xfrm>
            <a:prstGeom prst="line">
              <a:avLst/>
            </a:prstGeom>
            <a:ln cap="rnd" w="25400">
              <a:solidFill>
                <a:srgbClr val="FFFFFF"/>
              </a:solidFill>
              <a:prstDash val="solid"/>
              <a:headEnd type="none" len="sm" w="sm"/>
              <a:tailEnd type="none" len="sm" w="sm"/>
            </a:ln>
          </p:spPr>
        </p:sp>
        <p:sp>
          <p:nvSpPr>
            <p:cNvPr name="AutoShape 17" id="17"/>
            <p:cNvSpPr/>
            <p:nvPr/>
          </p:nvSpPr>
          <p:spPr>
            <a:xfrm flipH="true">
              <a:off x="22130073" y="377728"/>
              <a:ext cx="339363" cy="373904"/>
            </a:xfrm>
            <a:prstGeom prst="line">
              <a:avLst/>
            </a:prstGeom>
            <a:ln cap="rnd" w="25400">
              <a:solidFill>
                <a:srgbClr val="FFFFFF"/>
              </a:solidFill>
              <a:prstDash val="solid"/>
              <a:headEnd type="none" len="sm" w="sm"/>
              <a:tailEnd type="none" len="sm" w="sm"/>
            </a:ln>
          </p:spPr>
        </p:sp>
        <p:sp>
          <p:nvSpPr>
            <p:cNvPr name="AutoShape 18" id="18"/>
            <p:cNvSpPr/>
            <p:nvPr/>
          </p:nvSpPr>
          <p:spPr>
            <a:xfrm>
              <a:off x="20624713" y="560051"/>
              <a:ext cx="501367" cy="0"/>
            </a:xfrm>
            <a:prstGeom prst="line">
              <a:avLst/>
            </a:prstGeom>
            <a:ln cap="rnd" w="25400">
              <a:solidFill>
                <a:srgbClr val="FFFFFF"/>
              </a:solidFill>
              <a:prstDash val="solid"/>
              <a:headEnd type="none" len="sm" w="sm"/>
              <a:tailEnd type="none" len="sm" w="sm"/>
            </a:ln>
          </p:spPr>
        </p:sp>
        <p:grpSp>
          <p:nvGrpSpPr>
            <p:cNvPr name="Group 19" id="19"/>
            <p:cNvGrpSpPr/>
            <p:nvPr/>
          </p:nvGrpSpPr>
          <p:grpSpPr>
            <a:xfrm rot="0">
              <a:off x="21430813" y="361957"/>
              <a:ext cx="385123" cy="389674"/>
              <a:chOff x="0" y="0"/>
              <a:chExt cx="76074" cy="76973"/>
            </a:xfrm>
          </p:grpSpPr>
          <p:sp>
            <p:nvSpPr>
              <p:cNvPr name="Freeform 20" id="20"/>
              <p:cNvSpPr/>
              <p:nvPr/>
            </p:nvSpPr>
            <p:spPr>
              <a:xfrm flipH="false" flipV="false" rot="0">
                <a:off x="0" y="0"/>
                <a:ext cx="76074" cy="76973"/>
              </a:xfrm>
              <a:custGeom>
                <a:avLst/>
                <a:gdLst/>
                <a:ahLst/>
                <a:cxnLst/>
                <a:rect r="r" b="b" t="t" l="l"/>
                <a:pathLst>
                  <a:path h="76973" w="76074">
                    <a:moveTo>
                      <a:pt x="38037" y="0"/>
                    </a:moveTo>
                    <a:lnTo>
                      <a:pt x="38037" y="0"/>
                    </a:lnTo>
                    <a:cubicBezTo>
                      <a:pt x="59044" y="0"/>
                      <a:pt x="76074" y="17030"/>
                      <a:pt x="76074" y="38037"/>
                    </a:cubicBezTo>
                    <a:lnTo>
                      <a:pt x="76074" y="38936"/>
                    </a:lnTo>
                    <a:cubicBezTo>
                      <a:pt x="76074" y="59943"/>
                      <a:pt x="59044" y="76973"/>
                      <a:pt x="38037" y="76973"/>
                    </a:cubicBezTo>
                    <a:lnTo>
                      <a:pt x="38037" y="76973"/>
                    </a:lnTo>
                    <a:cubicBezTo>
                      <a:pt x="17030" y="76973"/>
                      <a:pt x="0" y="59943"/>
                      <a:pt x="0" y="38936"/>
                    </a:cubicBezTo>
                    <a:lnTo>
                      <a:pt x="0" y="38037"/>
                    </a:lnTo>
                    <a:cubicBezTo>
                      <a:pt x="0" y="17030"/>
                      <a:pt x="17030" y="0"/>
                      <a:pt x="38037" y="0"/>
                    </a:cubicBezTo>
                    <a:close/>
                  </a:path>
                </a:pathLst>
              </a:custGeom>
              <a:ln w="28575" cap="sq">
                <a:solidFill>
                  <a:srgbClr val="FFFFFF"/>
                </a:solidFill>
                <a:prstDash val="solid"/>
                <a:miter/>
              </a:ln>
            </p:spPr>
          </p:sp>
          <p:sp>
            <p:nvSpPr>
              <p:cNvPr name="TextBox 21" id="21"/>
              <p:cNvSpPr txBox="true"/>
              <p:nvPr/>
            </p:nvSpPr>
            <p:spPr>
              <a:xfrm>
                <a:off x="0" y="-38100"/>
                <a:ext cx="76074" cy="115073"/>
              </a:xfrm>
              <a:prstGeom prst="rect">
                <a:avLst/>
              </a:prstGeom>
            </p:spPr>
            <p:txBody>
              <a:bodyPr anchor="ctr" rtlCol="false" tIns="50800" lIns="50800" bIns="50800" rIns="50800"/>
              <a:lstStyle/>
              <a:p>
                <a:pPr algn="ctr">
                  <a:lnSpc>
                    <a:spcPts val="2659"/>
                  </a:lnSpc>
                </a:pPr>
              </a:p>
            </p:txBody>
          </p:sp>
        </p:grpSp>
        <p:sp>
          <p:nvSpPr>
            <p:cNvPr name="TextBox 22" id="22"/>
            <p:cNvSpPr txBox="true"/>
            <p:nvPr/>
          </p:nvSpPr>
          <p:spPr>
            <a:xfrm rot="0">
              <a:off x="524366" y="222809"/>
              <a:ext cx="7965546" cy="622723"/>
            </a:xfrm>
            <a:prstGeom prst="rect">
              <a:avLst/>
            </a:prstGeom>
          </p:spPr>
          <p:txBody>
            <a:bodyPr anchor="t" rtlCol="false" tIns="0" lIns="0" bIns="0" rIns="0">
              <a:spAutoFit/>
            </a:bodyPr>
            <a:lstStyle/>
            <a:p>
              <a:pPr algn="ctr">
                <a:lnSpc>
                  <a:spcPts val="3920"/>
                </a:lnSpc>
              </a:pPr>
              <a:r>
                <a:rPr lang="en-US" sz="2800">
                  <a:solidFill>
                    <a:srgbClr val="38B6FF"/>
                  </a:solidFill>
                  <a:latin typeface="Fira Code"/>
                  <a:ea typeface="Fira Code"/>
                  <a:cs typeface="Fira Code"/>
                  <a:sym typeface="Fira Code"/>
                </a:rPr>
                <a:t>&lt;Company&gt;</a:t>
              </a:r>
              <a:r>
                <a:rPr lang="en-US" sz="2800">
                  <a:solidFill>
                    <a:srgbClr val="FFFFFF"/>
                  </a:solidFill>
                  <a:latin typeface="Fira Code"/>
                  <a:ea typeface="Fira Code"/>
                  <a:cs typeface="Fira Code"/>
                  <a:sym typeface="Fira Code"/>
                </a:rPr>
                <a:t>           </a:t>
              </a:r>
              <a:r>
                <a:rPr lang="en-US" sz="2800">
                  <a:solidFill>
                    <a:srgbClr val="AB81FF"/>
                  </a:solidFill>
                  <a:latin typeface="Fira Code"/>
                  <a:ea typeface="Fira Code"/>
                  <a:cs typeface="Fira Code"/>
                  <a:sym typeface="Fira Code"/>
                </a:rPr>
                <a:t>&lt;Lesson&gt;</a:t>
              </a:r>
            </a:p>
          </p:txBody>
        </p:sp>
      </p:grpSp>
      <p:sp>
        <p:nvSpPr>
          <p:cNvPr name="TextBox 23" id="23"/>
          <p:cNvSpPr txBox="true"/>
          <p:nvPr/>
        </p:nvSpPr>
        <p:spPr>
          <a:xfrm rot="0">
            <a:off x="1028700" y="2265230"/>
            <a:ext cx="14398350" cy="1252126"/>
          </a:xfrm>
          <a:prstGeom prst="rect">
            <a:avLst/>
          </a:prstGeom>
        </p:spPr>
        <p:txBody>
          <a:bodyPr anchor="t" rtlCol="false" tIns="0" lIns="0" bIns="0" rIns="0">
            <a:spAutoFit/>
          </a:bodyPr>
          <a:lstStyle/>
          <a:p>
            <a:pPr algn="l" marL="0" indent="0" lvl="0">
              <a:lnSpc>
                <a:spcPts val="10260"/>
              </a:lnSpc>
              <a:spcBef>
                <a:spcPct val="0"/>
              </a:spcBef>
            </a:pPr>
            <a:r>
              <a:rPr lang="en-US" sz="7328" strike="noStrike" u="none">
                <a:solidFill>
                  <a:srgbClr val="FF5858"/>
                </a:solidFill>
                <a:latin typeface="Fira Code"/>
                <a:ea typeface="Fira Code"/>
                <a:cs typeface="Fira Code"/>
                <a:sym typeface="Fira Code"/>
              </a:rPr>
              <a:t>Features of ‘the Topic’ {</a:t>
            </a:r>
          </a:p>
        </p:txBody>
      </p:sp>
      <p:sp>
        <p:nvSpPr>
          <p:cNvPr name="TextBox 24" id="24"/>
          <p:cNvSpPr txBox="true"/>
          <p:nvPr/>
        </p:nvSpPr>
        <p:spPr>
          <a:xfrm rot="0">
            <a:off x="1165639" y="4379453"/>
            <a:ext cx="3134711" cy="894697"/>
          </a:xfrm>
          <a:prstGeom prst="rect">
            <a:avLst/>
          </a:prstGeom>
        </p:spPr>
        <p:txBody>
          <a:bodyPr anchor="t" rtlCol="false" tIns="0" lIns="0" bIns="0" rIns="0">
            <a:spAutoFit/>
          </a:bodyPr>
          <a:lstStyle/>
          <a:p>
            <a:pPr algn="l" marL="0" indent="0" lvl="0">
              <a:lnSpc>
                <a:spcPts val="7386"/>
              </a:lnSpc>
              <a:spcBef>
                <a:spcPct val="0"/>
              </a:spcBef>
            </a:pPr>
            <a:r>
              <a:rPr lang="en-US" sz="5275" strike="noStrike" u="none">
                <a:solidFill>
                  <a:srgbClr val="FFFFFF"/>
                </a:solidFill>
                <a:latin typeface="Fira Code"/>
                <a:ea typeface="Fira Code"/>
                <a:cs typeface="Fira Code"/>
                <a:sym typeface="Fira Code"/>
              </a:rPr>
              <a:t>Step 01</a:t>
            </a:r>
          </a:p>
        </p:txBody>
      </p:sp>
      <p:sp>
        <p:nvSpPr>
          <p:cNvPr name="TextBox 25" id="25"/>
          <p:cNvSpPr txBox="true"/>
          <p:nvPr/>
        </p:nvSpPr>
        <p:spPr>
          <a:xfrm rot="0">
            <a:off x="6372113" y="4379453"/>
            <a:ext cx="3418761" cy="894697"/>
          </a:xfrm>
          <a:prstGeom prst="rect">
            <a:avLst/>
          </a:prstGeom>
        </p:spPr>
        <p:txBody>
          <a:bodyPr anchor="t" rtlCol="false" tIns="0" lIns="0" bIns="0" rIns="0">
            <a:spAutoFit/>
          </a:bodyPr>
          <a:lstStyle/>
          <a:p>
            <a:pPr algn="l" marL="0" indent="0" lvl="0">
              <a:lnSpc>
                <a:spcPts val="7386"/>
              </a:lnSpc>
              <a:spcBef>
                <a:spcPct val="0"/>
              </a:spcBef>
            </a:pPr>
            <a:r>
              <a:rPr lang="en-US" sz="5275" strike="noStrike" u="none">
                <a:solidFill>
                  <a:srgbClr val="FFFFFF"/>
                </a:solidFill>
                <a:latin typeface="Fira Code"/>
                <a:ea typeface="Fira Code"/>
                <a:cs typeface="Fira Code"/>
                <a:sym typeface="Fira Code"/>
              </a:rPr>
              <a:t>Step 02</a:t>
            </a:r>
          </a:p>
        </p:txBody>
      </p:sp>
      <p:sp>
        <p:nvSpPr>
          <p:cNvPr name="TextBox 26" id="26"/>
          <p:cNvSpPr txBox="true"/>
          <p:nvPr/>
        </p:nvSpPr>
        <p:spPr>
          <a:xfrm rot="0">
            <a:off x="11600590" y="4379453"/>
            <a:ext cx="3213336" cy="894697"/>
          </a:xfrm>
          <a:prstGeom prst="rect">
            <a:avLst/>
          </a:prstGeom>
        </p:spPr>
        <p:txBody>
          <a:bodyPr anchor="t" rtlCol="false" tIns="0" lIns="0" bIns="0" rIns="0">
            <a:spAutoFit/>
          </a:bodyPr>
          <a:lstStyle/>
          <a:p>
            <a:pPr algn="l" marL="0" indent="0" lvl="0">
              <a:lnSpc>
                <a:spcPts val="7386"/>
              </a:lnSpc>
              <a:spcBef>
                <a:spcPct val="0"/>
              </a:spcBef>
            </a:pPr>
            <a:r>
              <a:rPr lang="en-US" sz="5275" strike="noStrike" u="none">
                <a:solidFill>
                  <a:srgbClr val="FFFFFF"/>
                </a:solidFill>
                <a:latin typeface="Fira Code"/>
                <a:ea typeface="Fira Code"/>
                <a:cs typeface="Fira Code"/>
                <a:sym typeface="Fira Code"/>
              </a:rPr>
              <a:t>Step 03</a:t>
            </a:r>
          </a:p>
        </p:txBody>
      </p:sp>
      <p:sp>
        <p:nvSpPr>
          <p:cNvPr name="TextBox 27" id="27"/>
          <p:cNvSpPr txBox="true"/>
          <p:nvPr/>
        </p:nvSpPr>
        <p:spPr>
          <a:xfrm rot="0">
            <a:off x="1028700" y="5776446"/>
            <a:ext cx="4362994" cy="3337560"/>
          </a:xfrm>
          <a:prstGeom prst="rect">
            <a:avLst/>
          </a:prstGeom>
        </p:spPr>
        <p:txBody>
          <a:bodyPr anchor="t" rtlCol="false" tIns="0" lIns="0" bIns="0" rIns="0">
            <a:spAutoFit/>
          </a:bodyPr>
          <a:lstStyle/>
          <a:p>
            <a:pPr algn="l" marL="0" indent="0" lvl="0">
              <a:lnSpc>
                <a:spcPts val="2940"/>
              </a:lnSpc>
              <a:spcBef>
                <a:spcPct val="0"/>
              </a:spcBef>
            </a:pPr>
            <a:r>
              <a:rPr lang="en-US" sz="2100" strike="noStrike" u="none">
                <a:solidFill>
                  <a:srgbClr val="FFFFFF"/>
                </a:solidFill>
                <a:latin typeface="Fira Code"/>
                <a:ea typeface="Fira Code"/>
                <a:cs typeface="Fira Code"/>
                <a:sym typeface="Fira Code"/>
              </a:rPr>
              <a:t>Welcome to Step 01 of your journey! This is where you lay the foundation for all that is to come. In this step, you will begin by setting clear goals and intentions for yourself. What is it that you want to achieve? </a:t>
            </a:r>
          </a:p>
        </p:txBody>
      </p:sp>
      <p:sp>
        <p:nvSpPr>
          <p:cNvPr name="TextBox 28" id="28"/>
          <p:cNvSpPr txBox="true"/>
          <p:nvPr/>
        </p:nvSpPr>
        <p:spPr>
          <a:xfrm rot="0">
            <a:off x="11370086" y="5776446"/>
            <a:ext cx="4362994" cy="3337560"/>
          </a:xfrm>
          <a:prstGeom prst="rect">
            <a:avLst/>
          </a:prstGeom>
        </p:spPr>
        <p:txBody>
          <a:bodyPr anchor="t" rtlCol="false" tIns="0" lIns="0" bIns="0" rIns="0">
            <a:spAutoFit/>
          </a:bodyPr>
          <a:lstStyle/>
          <a:p>
            <a:pPr algn="l" marL="0" indent="0" lvl="0">
              <a:lnSpc>
                <a:spcPts val="2940"/>
              </a:lnSpc>
              <a:spcBef>
                <a:spcPct val="0"/>
              </a:spcBef>
            </a:pPr>
            <a:r>
              <a:rPr lang="en-US" sz="2100" strike="noStrike" u="none">
                <a:solidFill>
                  <a:srgbClr val="FFFFFF"/>
                </a:solidFill>
                <a:latin typeface="Fira Code"/>
                <a:ea typeface="Fira Code"/>
                <a:cs typeface="Fira Code"/>
                <a:sym typeface="Fira Code"/>
              </a:rPr>
              <a:t>Welcome to Step 01 of your journey! This is where you lay the foundation for all that is to come. In this step, you will begin by setting clear goals and intentions for yourself. What is it that you want to achieve? </a:t>
            </a:r>
          </a:p>
        </p:txBody>
      </p:sp>
      <p:sp>
        <p:nvSpPr>
          <p:cNvPr name="TextBox 29" id="29"/>
          <p:cNvSpPr txBox="true"/>
          <p:nvPr/>
        </p:nvSpPr>
        <p:spPr>
          <a:xfrm rot="0">
            <a:off x="6372113" y="5776446"/>
            <a:ext cx="4241966" cy="2966085"/>
          </a:xfrm>
          <a:prstGeom prst="rect">
            <a:avLst/>
          </a:prstGeom>
        </p:spPr>
        <p:txBody>
          <a:bodyPr anchor="t" rtlCol="false" tIns="0" lIns="0" bIns="0" rIns="0">
            <a:spAutoFit/>
          </a:bodyPr>
          <a:lstStyle/>
          <a:p>
            <a:pPr algn="l" marL="0" indent="0" lvl="0">
              <a:lnSpc>
                <a:spcPts val="2940"/>
              </a:lnSpc>
              <a:spcBef>
                <a:spcPct val="0"/>
              </a:spcBef>
            </a:pPr>
            <a:r>
              <a:rPr lang="en-US" sz="2100" strike="noStrike" u="none">
                <a:solidFill>
                  <a:srgbClr val="FFFFFF"/>
                </a:solidFill>
                <a:latin typeface="Fira Code"/>
                <a:ea typeface="Fira Code"/>
                <a:cs typeface="Fira Code"/>
                <a:sym typeface="Fira Code"/>
              </a:rPr>
              <a:t>Once you have a clear vision in mind, it's time to take the first steps towards making it a reality. Break down your goals into smaller, manageable tasks that you can tackle one by one. R</a:t>
            </a:r>
          </a:p>
        </p:txBody>
      </p:sp>
      <p:sp>
        <p:nvSpPr>
          <p:cNvPr name="AutoShape 30" id="30"/>
          <p:cNvSpPr/>
          <p:nvPr/>
        </p:nvSpPr>
        <p:spPr>
          <a:xfrm>
            <a:off x="16005660" y="9799853"/>
            <a:ext cx="1892134" cy="0"/>
          </a:xfrm>
          <a:prstGeom prst="line">
            <a:avLst/>
          </a:prstGeom>
          <a:ln cap="flat" w="38100">
            <a:solidFill>
              <a:srgbClr val="FFFFFF"/>
            </a:solidFill>
            <a:prstDash val="solid"/>
            <a:headEnd type="none" len="sm" w="sm"/>
            <a:tailEnd type="arrow" len="sm" w="med"/>
          </a:ln>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635426" y="606641"/>
            <a:ext cx="17262368" cy="844118"/>
            <a:chOff x="0" y="0"/>
            <a:chExt cx="23016491" cy="1125490"/>
          </a:xfrm>
        </p:grpSpPr>
        <p:grpSp>
          <p:nvGrpSpPr>
            <p:cNvPr name="Group 3" id="3"/>
            <p:cNvGrpSpPr/>
            <p:nvPr/>
          </p:nvGrpSpPr>
          <p:grpSpPr>
            <a:xfrm rot="0">
              <a:off x="0" y="0"/>
              <a:ext cx="23016491" cy="1125490"/>
              <a:chOff x="0" y="0"/>
              <a:chExt cx="4546467" cy="222319"/>
            </a:xfrm>
          </p:grpSpPr>
          <p:sp>
            <p:nvSpPr>
              <p:cNvPr name="Freeform 4" id="4"/>
              <p:cNvSpPr/>
              <p:nvPr/>
            </p:nvSpPr>
            <p:spPr>
              <a:xfrm flipH="false" flipV="false" rot="0">
                <a:off x="0" y="0"/>
                <a:ext cx="4546467" cy="222319"/>
              </a:xfrm>
              <a:custGeom>
                <a:avLst/>
                <a:gdLst/>
                <a:ahLst/>
                <a:cxnLst/>
                <a:rect r="r" b="b" t="t" l="l"/>
                <a:pathLst>
                  <a:path h="222319" w="4546467">
                    <a:moveTo>
                      <a:pt x="22873" y="0"/>
                    </a:moveTo>
                    <a:lnTo>
                      <a:pt x="4523595" y="0"/>
                    </a:lnTo>
                    <a:cubicBezTo>
                      <a:pt x="4529661" y="0"/>
                      <a:pt x="4535479" y="2410"/>
                      <a:pt x="4539768" y="6699"/>
                    </a:cubicBezTo>
                    <a:cubicBezTo>
                      <a:pt x="4544058" y="10989"/>
                      <a:pt x="4546467" y="16807"/>
                      <a:pt x="4546467" y="22873"/>
                    </a:cubicBezTo>
                    <a:lnTo>
                      <a:pt x="4546467" y="199446"/>
                    </a:lnTo>
                    <a:cubicBezTo>
                      <a:pt x="4546467" y="212079"/>
                      <a:pt x="4536227" y="222319"/>
                      <a:pt x="4523595" y="222319"/>
                    </a:cubicBezTo>
                    <a:lnTo>
                      <a:pt x="22873" y="222319"/>
                    </a:lnTo>
                    <a:cubicBezTo>
                      <a:pt x="10240" y="222319"/>
                      <a:pt x="0" y="212079"/>
                      <a:pt x="0" y="199446"/>
                    </a:cubicBezTo>
                    <a:lnTo>
                      <a:pt x="0" y="22873"/>
                    </a:lnTo>
                    <a:cubicBezTo>
                      <a:pt x="0" y="10240"/>
                      <a:pt x="10240" y="0"/>
                      <a:pt x="22873" y="0"/>
                    </a:cubicBezTo>
                    <a:close/>
                  </a:path>
                </a:pathLst>
              </a:custGeom>
              <a:ln w="19050" cap="rnd">
                <a:solidFill>
                  <a:srgbClr val="FFFFFF"/>
                </a:solidFill>
                <a:prstDash val="solid"/>
                <a:round/>
              </a:ln>
            </p:spPr>
          </p:sp>
          <p:sp>
            <p:nvSpPr>
              <p:cNvPr name="TextBox 5" id="5"/>
              <p:cNvSpPr txBox="true"/>
              <p:nvPr/>
            </p:nvSpPr>
            <p:spPr>
              <a:xfrm>
                <a:off x="0" y="-38100"/>
                <a:ext cx="4546467" cy="260419"/>
              </a:xfrm>
              <a:prstGeom prst="rect">
                <a:avLst/>
              </a:prstGeom>
            </p:spPr>
            <p:txBody>
              <a:bodyPr anchor="ctr" rtlCol="false" tIns="50800" lIns="50800" bIns="50800" rIns="50800"/>
              <a:lstStyle/>
              <a:p>
                <a:pPr algn="ctr">
                  <a:lnSpc>
                    <a:spcPts val="2659"/>
                  </a:lnSpc>
                </a:pPr>
              </a:p>
            </p:txBody>
          </p:sp>
        </p:grpSp>
        <p:sp>
          <p:nvSpPr>
            <p:cNvPr name="AutoShape 6" id="6"/>
            <p:cNvSpPr/>
            <p:nvPr/>
          </p:nvSpPr>
          <p:spPr>
            <a:xfrm>
              <a:off x="22130073" y="368470"/>
              <a:ext cx="350965" cy="383162"/>
            </a:xfrm>
            <a:prstGeom prst="line">
              <a:avLst/>
            </a:prstGeom>
            <a:ln cap="rnd" w="25400">
              <a:solidFill>
                <a:srgbClr val="FFFFFF"/>
              </a:solidFill>
              <a:prstDash val="solid"/>
              <a:headEnd type="none" len="sm" w="sm"/>
              <a:tailEnd type="none" len="sm" w="sm"/>
            </a:ln>
          </p:spPr>
        </p:sp>
        <p:sp>
          <p:nvSpPr>
            <p:cNvPr name="AutoShape 7" id="7"/>
            <p:cNvSpPr/>
            <p:nvPr/>
          </p:nvSpPr>
          <p:spPr>
            <a:xfrm flipH="true">
              <a:off x="22130073" y="377728"/>
              <a:ext cx="339363" cy="373904"/>
            </a:xfrm>
            <a:prstGeom prst="line">
              <a:avLst/>
            </a:prstGeom>
            <a:ln cap="rnd" w="25400">
              <a:solidFill>
                <a:srgbClr val="FFFFFF"/>
              </a:solidFill>
              <a:prstDash val="solid"/>
              <a:headEnd type="none" len="sm" w="sm"/>
              <a:tailEnd type="none" len="sm" w="sm"/>
            </a:ln>
          </p:spPr>
        </p:sp>
        <p:sp>
          <p:nvSpPr>
            <p:cNvPr name="AutoShape 8" id="8"/>
            <p:cNvSpPr/>
            <p:nvPr/>
          </p:nvSpPr>
          <p:spPr>
            <a:xfrm>
              <a:off x="20624713" y="560051"/>
              <a:ext cx="501367" cy="0"/>
            </a:xfrm>
            <a:prstGeom prst="line">
              <a:avLst/>
            </a:prstGeom>
            <a:ln cap="rnd" w="25400">
              <a:solidFill>
                <a:srgbClr val="FFFFFF"/>
              </a:solidFill>
              <a:prstDash val="solid"/>
              <a:headEnd type="none" len="sm" w="sm"/>
              <a:tailEnd type="none" len="sm" w="sm"/>
            </a:ln>
          </p:spPr>
        </p:sp>
        <p:grpSp>
          <p:nvGrpSpPr>
            <p:cNvPr name="Group 9" id="9"/>
            <p:cNvGrpSpPr/>
            <p:nvPr/>
          </p:nvGrpSpPr>
          <p:grpSpPr>
            <a:xfrm rot="0">
              <a:off x="21430813" y="361957"/>
              <a:ext cx="385123" cy="389674"/>
              <a:chOff x="0" y="0"/>
              <a:chExt cx="76074" cy="76973"/>
            </a:xfrm>
          </p:grpSpPr>
          <p:sp>
            <p:nvSpPr>
              <p:cNvPr name="Freeform 10" id="10"/>
              <p:cNvSpPr/>
              <p:nvPr/>
            </p:nvSpPr>
            <p:spPr>
              <a:xfrm flipH="false" flipV="false" rot="0">
                <a:off x="0" y="0"/>
                <a:ext cx="76074" cy="76973"/>
              </a:xfrm>
              <a:custGeom>
                <a:avLst/>
                <a:gdLst/>
                <a:ahLst/>
                <a:cxnLst/>
                <a:rect r="r" b="b" t="t" l="l"/>
                <a:pathLst>
                  <a:path h="76973" w="76074">
                    <a:moveTo>
                      <a:pt x="38037" y="0"/>
                    </a:moveTo>
                    <a:lnTo>
                      <a:pt x="38037" y="0"/>
                    </a:lnTo>
                    <a:cubicBezTo>
                      <a:pt x="59044" y="0"/>
                      <a:pt x="76074" y="17030"/>
                      <a:pt x="76074" y="38037"/>
                    </a:cubicBezTo>
                    <a:lnTo>
                      <a:pt x="76074" y="38936"/>
                    </a:lnTo>
                    <a:cubicBezTo>
                      <a:pt x="76074" y="59943"/>
                      <a:pt x="59044" y="76973"/>
                      <a:pt x="38037" y="76973"/>
                    </a:cubicBezTo>
                    <a:lnTo>
                      <a:pt x="38037" y="76973"/>
                    </a:lnTo>
                    <a:cubicBezTo>
                      <a:pt x="17030" y="76973"/>
                      <a:pt x="0" y="59943"/>
                      <a:pt x="0" y="38936"/>
                    </a:cubicBezTo>
                    <a:lnTo>
                      <a:pt x="0" y="38037"/>
                    </a:lnTo>
                    <a:cubicBezTo>
                      <a:pt x="0" y="17030"/>
                      <a:pt x="17030" y="0"/>
                      <a:pt x="38037" y="0"/>
                    </a:cubicBezTo>
                    <a:close/>
                  </a:path>
                </a:pathLst>
              </a:custGeom>
              <a:ln w="28575" cap="sq">
                <a:solidFill>
                  <a:srgbClr val="FFFFFF"/>
                </a:solidFill>
                <a:prstDash val="solid"/>
                <a:miter/>
              </a:ln>
            </p:spPr>
          </p:sp>
          <p:sp>
            <p:nvSpPr>
              <p:cNvPr name="TextBox 11" id="11"/>
              <p:cNvSpPr txBox="true"/>
              <p:nvPr/>
            </p:nvSpPr>
            <p:spPr>
              <a:xfrm>
                <a:off x="0" y="-38100"/>
                <a:ext cx="76074" cy="115073"/>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524366" y="222809"/>
              <a:ext cx="7965546" cy="622723"/>
            </a:xfrm>
            <a:prstGeom prst="rect">
              <a:avLst/>
            </a:prstGeom>
          </p:spPr>
          <p:txBody>
            <a:bodyPr anchor="t" rtlCol="false" tIns="0" lIns="0" bIns="0" rIns="0">
              <a:spAutoFit/>
            </a:bodyPr>
            <a:lstStyle/>
            <a:p>
              <a:pPr algn="ctr">
                <a:lnSpc>
                  <a:spcPts val="3920"/>
                </a:lnSpc>
              </a:pPr>
              <a:r>
                <a:rPr lang="en-US" sz="2800">
                  <a:solidFill>
                    <a:srgbClr val="38B6FF"/>
                  </a:solidFill>
                  <a:latin typeface="Fira Code"/>
                  <a:ea typeface="Fira Code"/>
                  <a:cs typeface="Fira Code"/>
                  <a:sym typeface="Fira Code"/>
                </a:rPr>
                <a:t>&lt;Company&gt;</a:t>
              </a:r>
              <a:r>
                <a:rPr lang="en-US" sz="2800">
                  <a:solidFill>
                    <a:srgbClr val="FFFFFF"/>
                  </a:solidFill>
                  <a:latin typeface="Fira Code"/>
                  <a:ea typeface="Fira Code"/>
                  <a:cs typeface="Fira Code"/>
                  <a:sym typeface="Fira Code"/>
                </a:rPr>
                <a:t>           </a:t>
              </a:r>
              <a:r>
                <a:rPr lang="en-US" sz="2800">
                  <a:solidFill>
                    <a:srgbClr val="AB81FF"/>
                  </a:solidFill>
                  <a:latin typeface="Fira Code"/>
                  <a:ea typeface="Fira Code"/>
                  <a:cs typeface="Fira Code"/>
                  <a:sym typeface="Fira Code"/>
                </a:rPr>
                <a:t>&lt;Lesson&gt;</a:t>
              </a:r>
            </a:p>
          </p:txBody>
        </p:sp>
      </p:grpSp>
      <p:sp>
        <p:nvSpPr>
          <p:cNvPr name="Freeform 13" id="13"/>
          <p:cNvSpPr/>
          <p:nvPr/>
        </p:nvSpPr>
        <p:spPr>
          <a:xfrm flipH="false" flipV="false" rot="0">
            <a:off x="1233264" y="2077909"/>
            <a:ext cx="5790486" cy="6959718"/>
          </a:xfrm>
          <a:custGeom>
            <a:avLst/>
            <a:gdLst/>
            <a:ahLst/>
            <a:cxnLst/>
            <a:rect r="r" b="b" t="t" l="l"/>
            <a:pathLst>
              <a:path h="6959718" w="5790486">
                <a:moveTo>
                  <a:pt x="0" y="0"/>
                </a:moveTo>
                <a:lnTo>
                  <a:pt x="5790485" y="0"/>
                </a:lnTo>
                <a:lnTo>
                  <a:pt x="5790485" y="6959718"/>
                </a:lnTo>
                <a:lnTo>
                  <a:pt x="0" y="6959718"/>
                </a:lnTo>
                <a:lnTo>
                  <a:pt x="0" y="0"/>
                </a:lnTo>
                <a:close/>
              </a:path>
            </a:pathLst>
          </a:custGeom>
          <a:blipFill>
            <a:blip r:embed="rId2"/>
            <a:stretch>
              <a:fillRect l="0" t="0" r="0" b="0"/>
            </a:stretch>
          </a:blipFill>
        </p:spPr>
      </p:sp>
      <p:sp>
        <p:nvSpPr>
          <p:cNvPr name="Freeform 14" id="14"/>
          <p:cNvSpPr/>
          <p:nvPr/>
        </p:nvSpPr>
        <p:spPr>
          <a:xfrm flipH="false" flipV="false" rot="-5400000">
            <a:off x="3302655" y="-3708842"/>
            <a:ext cx="11927910" cy="18533220"/>
          </a:xfrm>
          <a:custGeom>
            <a:avLst/>
            <a:gdLst/>
            <a:ahLst/>
            <a:cxnLst/>
            <a:rect r="r" b="b" t="t" l="l"/>
            <a:pathLst>
              <a:path h="18533220" w="11927910">
                <a:moveTo>
                  <a:pt x="0" y="0"/>
                </a:moveTo>
                <a:lnTo>
                  <a:pt x="11927910" y="0"/>
                </a:lnTo>
                <a:lnTo>
                  <a:pt x="11927910" y="18533220"/>
                </a:lnTo>
                <a:lnTo>
                  <a:pt x="0" y="18533220"/>
                </a:lnTo>
                <a:lnTo>
                  <a:pt x="0" y="0"/>
                </a:lnTo>
                <a:close/>
              </a:path>
            </a:pathLst>
          </a:custGeom>
          <a:blipFill>
            <a:blip r:embed="rId3">
              <a:alphaModFix amt="50000"/>
            </a:blip>
            <a:stretch>
              <a:fillRect l="0" t="-7208" r="0" b="-7208"/>
            </a:stretch>
          </a:blipFill>
        </p:spPr>
      </p:sp>
      <p:sp>
        <p:nvSpPr>
          <p:cNvPr name="TextBox 15" id="15"/>
          <p:cNvSpPr txBox="true"/>
          <p:nvPr/>
        </p:nvSpPr>
        <p:spPr>
          <a:xfrm rot="0">
            <a:off x="7424550" y="1935034"/>
            <a:ext cx="1170254" cy="1259518"/>
          </a:xfrm>
          <a:prstGeom prst="rect">
            <a:avLst/>
          </a:prstGeom>
        </p:spPr>
        <p:txBody>
          <a:bodyPr anchor="t" rtlCol="false" tIns="0" lIns="0" bIns="0" rIns="0">
            <a:spAutoFit/>
          </a:bodyPr>
          <a:lstStyle/>
          <a:p>
            <a:pPr algn="l" marL="0" indent="0" lvl="0">
              <a:lnSpc>
                <a:spcPts val="10260"/>
              </a:lnSpc>
              <a:spcBef>
                <a:spcPct val="0"/>
              </a:spcBef>
            </a:pPr>
            <a:r>
              <a:rPr lang="en-US" sz="7328" strike="noStrike" u="none">
                <a:solidFill>
                  <a:srgbClr val="FFFFFF"/>
                </a:solidFill>
                <a:latin typeface="Fira Code"/>
                <a:ea typeface="Fira Code"/>
                <a:cs typeface="Fira Code"/>
                <a:sym typeface="Fira Code"/>
              </a:rPr>
              <a:t>02</a:t>
            </a:r>
          </a:p>
        </p:txBody>
      </p:sp>
      <p:sp>
        <p:nvSpPr>
          <p:cNvPr name="TextBox 16" id="16"/>
          <p:cNvSpPr txBox="true"/>
          <p:nvPr/>
        </p:nvSpPr>
        <p:spPr>
          <a:xfrm rot="0">
            <a:off x="8743425" y="1938729"/>
            <a:ext cx="8607012" cy="1252126"/>
          </a:xfrm>
          <a:prstGeom prst="rect">
            <a:avLst/>
          </a:prstGeom>
        </p:spPr>
        <p:txBody>
          <a:bodyPr anchor="t" rtlCol="false" tIns="0" lIns="0" bIns="0" rIns="0">
            <a:spAutoFit/>
          </a:bodyPr>
          <a:lstStyle/>
          <a:p>
            <a:pPr algn="l" marL="0" indent="0" lvl="0">
              <a:lnSpc>
                <a:spcPts val="10260"/>
              </a:lnSpc>
              <a:spcBef>
                <a:spcPct val="0"/>
              </a:spcBef>
            </a:pPr>
            <a:r>
              <a:rPr lang="en-US" sz="7328" strike="noStrike" u="none">
                <a:solidFill>
                  <a:srgbClr val="7ED957"/>
                </a:solidFill>
                <a:latin typeface="Fira Code"/>
                <a:ea typeface="Fira Code"/>
                <a:cs typeface="Fira Code"/>
                <a:sym typeface="Fira Code"/>
              </a:rPr>
              <a:t>Theory</a:t>
            </a:r>
            <a:r>
              <a:rPr lang="en-US" sz="7328" strike="noStrike" u="none">
                <a:solidFill>
                  <a:srgbClr val="FFFFFF"/>
                </a:solidFill>
                <a:latin typeface="Fira Code"/>
                <a:ea typeface="Fira Code"/>
                <a:cs typeface="Fira Code"/>
                <a:sym typeface="Fira Code"/>
              </a:rPr>
              <a:t>`/ Lesson</a:t>
            </a:r>
          </a:p>
        </p:txBody>
      </p:sp>
      <p:sp>
        <p:nvSpPr>
          <p:cNvPr name="TextBox 17" id="17"/>
          <p:cNvSpPr txBox="true"/>
          <p:nvPr/>
        </p:nvSpPr>
        <p:spPr>
          <a:xfrm rot="0">
            <a:off x="8911374" y="3471217"/>
            <a:ext cx="7716463" cy="5194935"/>
          </a:xfrm>
          <a:prstGeom prst="rect">
            <a:avLst/>
          </a:prstGeom>
        </p:spPr>
        <p:txBody>
          <a:bodyPr anchor="t" rtlCol="false" tIns="0" lIns="0" bIns="0" rIns="0">
            <a:spAutoFit/>
          </a:bodyPr>
          <a:lstStyle/>
          <a:p>
            <a:pPr algn="l" marL="0" indent="0" lvl="0">
              <a:lnSpc>
                <a:spcPts val="2940"/>
              </a:lnSpc>
              <a:spcBef>
                <a:spcPct val="0"/>
              </a:spcBef>
            </a:pPr>
            <a:r>
              <a:rPr lang="en-US" sz="2100" strike="noStrike" u="none">
                <a:solidFill>
                  <a:srgbClr val="FFFFFF"/>
                </a:solidFill>
                <a:latin typeface="Fira Code"/>
                <a:ea typeface="Fira Code"/>
                <a:cs typeface="Fira Code"/>
                <a:sym typeface="Fira Code"/>
              </a:rPr>
              <a:t>In today's theory lesson, we will delve into the fundamental principles that underpin our understanding of the subject at hand. It is crucial to grasp these concepts as they will serve as the building blocks for more complex ideas we will explore in the future. So, let's embark on this journey of discovery together, with an open mind and a thirst for knowledge. Remember, every question you have is valid, and every insight you bring to the discussion enriches our learning experience. Let's engage in thoughtful discussions, share our perspectives, and cultivate a deeper understanding.</a:t>
            </a:r>
          </a:p>
        </p:txBody>
      </p:sp>
      <p:sp>
        <p:nvSpPr>
          <p:cNvPr name="AutoShape 18" id="18"/>
          <p:cNvSpPr/>
          <p:nvPr/>
        </p:nvSpPr>
        <p:spPr>
          <a:xfrm>
            <a:off x="16005660" y="9799853"/>
            <a:ext cx="1892134" cy="0"/>
          </a:xfrm>
          <a:prstGeom prst="line">
            <a:avLst/>
          </a:prstGeom>
          <a:ln cap="flat" w="38100">
            <a:solidFill>
              <a:srgbClr val="FFFFFF"/>
            </a:solidFill>
            <a:prstDash val="solid"/>
            <a:headEnd type="none" len="sm" w="sm"/>
            <a:tailEnd type="arrow" len="sm" w="med"/>
          </a:ln>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3302655" y="-4943565"/>
            <a:ext cx="11927910" cy="18533220"/>
          </a:xfrm>
          <a:custGeom>
            <a:avLst/>
            <a:gdLst/>
            <a:ahLst/>
            <a:cxnLst/>
            <a:rect r="r" b="b" t="t" l="l"/>
            <a:pathLst>
              <a:path h="18533220" w="11927910">
                <a:moveTo>
                  <a:pt x="0" y="0"/>
                </a:moveTo>
                <a:lnTo>
                  <a:pt x="11927910" y="0"/>
                </a:lnTo>
                <a:lnTo>
                  <a:pt x="11927910" y="18533220"/>
                </a:lnTo>
                <a:lnTo>
                  <a:pt x="0" y="18533220"/>
                </a:lnTo>
                <a:lnTo>
                  <a:pt x="0" y="0"/>
                </a:lnTo>
                <a:close/>
              </a:path>
            </a:pathLst>
          </a:custGeom>
          <a:blipFill>
            <a:blip r:embed="rId2">
              <a:alphaModFix amt="50000"/>
            </a:blip>
            <a:stretch>
              <a:fillRect l="0" t="-7208" r="0" b="-7208"/>
            </a:stretch>
          </a:blipFill>
        </p:spPr>
      </p:sp>
      <p:grpSp>
        <p:nvGrpSpPr>
          <p:cNvPr name="Group 3" id="3"/>
          <p:cNvGrpSpPr/>
          <p:nvPr/>
        </p:nvGrpSpPr>
        <p:grpSpPr>
          <a:xfrm rot="0">
            <a:off x="635426" y="606641"/>
            <a:ext cx="17262368" cy="844118"/>
            <a:chOff x="0" y="0"/>
            <a:chExt cx="23016491" cy="1125490"/>
          </a:xfrm>
        </p:grpSpPr>
        <p:grpSp>
          <p:nvGrpSpPr>
            <p:cNvPr name="Group 4" id="4"/>
            <p:cNvGrpSpPr/>
            <p:nvPr/>
          </p:nvGrpSpPr>
          <p:grpSpPr>
            <a:xfrm rot="0">
              <a:off x="0" y="0"/>
              <a:ext cx="23016491" cy="1125490"/>
              <a:chOff x="0" y="0"/>
              <a:chExt cx="4546467" cy="222319"/>
            </a:xfrm>
          </p:grpSpPr>
          <p:sp>
            <p:nvSpPr>
              <p:cNvPr name="Freeform 5" id="5"/>
              <p:cNvSpPr/>
              <p:nvPr/>
            </p:nvSpPr>
            <p:spPr>
              <a:xfrm flipH="false" flipV="false" rot="0">
                <a:off x="0" y="0"/>
                <a:ext cx="4546467" cy="222319"/>
              </a:xfrm>
              <a:custGeom>
                <a:avLst/>
                <a:gdLst/>
                <a:ahLst/>
                <a:cxnLst/>
                <a:rect r="r" b="b" t="t" l="l"/>
                <a:pathLst>
                  <a:path h="222319" w="4546467">
                    <a:moveTo>
                      <a:pt x="22873" y="0"/>
                    </a:moveTo>
                    <a:lnTo>
                      <a:pt x="4523595" y="0"/>
                    </a:lnTo>
                    <a:cubicBezTo>
                      <a:pt x="4529661" y="0"/>
                      <a:pt x="4535479" y="2410"/>
                      <a:pt x="4539768" y="6699"/>
                    </a:cubicBezTo>
                    <a:cubicBezTo>
                      <a:pt x="4544058" y="10989"/>
                      <a:pt x="4546467" y="16807"/>
                      <a:pt x="4546467" y="22873"/>
                    </a:cubicBezTo>
                    <a:lnTo>
                      <a:pt x="4546467" y="199446"/>
                    </a:lnTo>
                    <a:cubicBezTo>
                      <a:pt x="4546467" y="212079"/>
                      <a:pt x="4536227" y="222319"/>
                      <a:pt x="4523595" y="222319"/>
                    </a:cubicBezTo>
                    <a:lnTo>
                      <a:pt x="22873" y="222319"/>
                    </a:lnTo>
                    <a:cubicBezTo>
                      <a:pt x="10240" y="222319"/>
                      <a:pt x="0" y="212079"/>
                      <a:pt x="0" y="199446"/>
                    </a:cubicBezTo>
                    <a:lnTo>
                      <a:pt x="0" y="22873"/>
                    </a:lnTo>
                    <a:cubicBezTo>
                      <a:pt x="0" y="10240"/>
                      <a:pt x="10240" y="0"/>
                      <a:pt x="22873" y="0"/>
                    </a:cubicBezTo>
                    <a:close/>
                  </a:path>
                </a:pathLst>
              </a:custGeom>
              <a:ln w="19050" cap="rnd">
                <a:solidFill>
                  <a:srgbClr val="FFFFFF"/>
                </a:solidFill>
                <a:prstDash val="solid"/>
                <a:round/>
              </a:ln>
            </p:spPr>
          </p:sp>
          <p:sp>
            <p:nvSpPr>
              <p:cNvPr name="TextBox 6" id="6"/>
              <p:cNvSpPr txBox="true"/>
              <p:nvPr/>
            </p:nvSpPr>
            <p:spPr>
              <a:xfrm>
                <a:off x="0" y="-38100"/>
                <a:ext cx="4546467" cy="260419"/>
              </a:xfrm>
              <a:prstGeom prst="rect">
                <a:avLst/>
              </a:prstGeom>
            </p:spPr>
            <p:txBody>
              <a:bodyPr anchor="ctr" rtlCol="false" tIns="50800" lIns="50800" bIns="50800" rIns="50800"/>
              <a:lstStyle/>
              <a:p>
                <a:pPr algn="ctr">
                  <a:lnSpc>
                    <a:spcPts val="2659"/>
                  </a:lnSpc>
                </a:pPr>
              </a:p>
            </p:txBody>
          </p:sp>
        </p:grpSp>
        <p:sp>
          <p:nvSpPr>
            <p:cNvPr name="AutoShape 7" id="7"/>
            <p:cNvSpPr/>
            <p:nvPr/>
          </p:nvSpPr>
          <p:spPr>
            <a:xfrm>
              <a:off x="22130073" y="368470"/>
              <a:ext cx="350965" cy="383162"/>
            </a:xfrm>
            <a:prstGeom prst="line">
              <a:avLst/>
            </a:prstGeom>
            <a:ln cap="rnd" w="25400">
              <a:solidFill>
                <a:srgbClr val="FFFFFF"/>
              </a:solidFill>
              <a:prstDash val="solid"/>
              <a:headEnd type="none" len="sm" w="sm"/>
              <a:tailEnd type="none" len="sm" w="sm"/>
            </a:ln>
          </p:spPr>
        </p:sp>
        <p:sp>
          <p:nvSpPr>
            <p:cNvPr name="AutoShape 8" id="8"/>
            <p:cNvSpPr/>
            <p:nvPr/>
          </p:nvSpPr>
          <p:spPr>
            <a:xfrm flipH="true">
              <a:off x="22130073" y="377728"/>
              <a:ext cx="339363" cy="373904"/>
            </a:xfrm>
            <a:prstGeom prst="line">
              <a:avLst/>
            </a:prstGeom>
            <a:ln cap="rnd" w="25400">
              <a:solidFill>
                <a:srgbClr val="FFFFFF"/>
              </a:solidFill>
              <a:prstDash val="solid"/>
              <a:headEnd type="none" len="sm" w="sm"/>
              <a:tailEnd type="none" len="sm" w="sm"/>
            </a:ln>
          </p:spPr>
        </p:sp>
        <p:sp>
          <p:nvSpPr>
            <p:cNvPr name="AutoShape 9" id="9"/>
            <p:cNvSpPr/>
            <p:nvPr/>
          </p:nvSpPr>
          <p:spPr>
            <a:xfrm>
              <a:off x="20624713" y="560051"/>
              <a:ext cx="501367" cy="0"/>
            </a:xfrm>
            <a:prstGeom prst="line">
              <a:avLst/>
            </a:prstGeom>
            <a:ln cap="rnd" w="25400">
              <a:solidFill>
                <a:srgbClr val="FFFFFF"/>
              </a:solidFill>
              <a:prstDash val="solid"/>
              <a:headEnd type="none" len="sm" w="sm"/>
              <a:tailEnd type="none" len="sm" w="sm"/>
            </a:ln>
          </p:spPr>
        </p:sp>
        <p:grpSp>
          <p:nvGrpSpPr>
            <p:cNvPr name="Group 10" id="10"/>
            <p:cNvGrpSpPr/>
            <p:nvPr/>
          </p:nvGrpSpPr>
          <p:grpSpPr>
            <a:xfrm rot="0">
              <a:off x="21430813" y="361957"/>
              <a:ext cx="385123" cy="389674"/>
              <a:chOff x="0" y="0"/>
              <a:chExt cx="76074" cy="76973"/>
            </a:xfrm>
          </p:grpSpPr>
          <p:sp>
            <p:nvSpPr>
              <p:cNvPr name="Freeform 11" id="11"/>
              <p:cNvSpPr/>
              <p:nvPr/>
            </p:nvSpPr>
            <p:spPr>
              <a:xfrm flipH="false" flipV="false" rot="0">
                <a:off x="0" y="0"/>
                <a:ext cx="76074" cy="76973"/>
              </a:xfrm>
              <a:custGeom>
                <a:avLst/>
                <a:gdLst/>
                <a:ahLst/>
                <a:cxnLst/>
                <a:rect r="r" b="b" t="t" l="l"/>
                <a:pathLst>
                  <a:path h="76973" w="76074">
                    <a:moveTo>
                      <a:pt x="38037" y="0"/>
                    </a:moveTo>
                    <a:lnTo>
                      <a:pt x="38037" y="0"/>
                    </a:lnTo>
                    <a:cubicBezTo>
                      <a:pt x="59044" y="0"/>
                      <a:pt x="76074" y="17030"/>
                      <a:pt x="76074" y="38037"/>
                    </a:cubicBezTo>
                    <a:lnTo>
                      <a:pt x="76074" y="38936"/>
                    </a:lnTo>
                    <a:cubicBezTo>
                      <a:pt x="76074" y="59943"/>
                      <a:pt x="59044" y="76973"/>
                      <a:pt x="38037" y="76973"/>
                    </a:cubicBezTo>
                    <a:lnTo>
                      <a:pt x="38037" y="76973"/>
                    </a:lnTo>
                    <a:cubicBezTo>
                      <a:pt x="17030" y="76973"/>
                      <a:pt x="0" y="59943"/>
                      <a:pt x="0" y="38936"/>
                    </a:cubicBezTo>
                    <a:lnTo>
                      <a:pt x="0" y="38037"/>
                    </a:lnTo>
                    <a:cubicBezTo>
                      <a:pt x="0" y="17030"/>
                      <a:pt x="17030" y="0"/>
                      <a:pt x="38037" y="0"/>
                    </a:cubicBezTo>
                    <a:close/>
                  </a:path>
                </a:pathLst>
              </a:custGeom>
              <a:ln w="28575" cap="sq">
                <a:solidFill>
                  <a:srgbClr val="FFFFFF"/>
                </a:solidFill>
                <a:prstDash val="solid"/>
                <a:miter/>
              </a:ln>
            </p:spPr>
          </p:sp>
          <p:sp>
            <p:nvSpPr>
              <p:cNvPr name="TextBox 12" id="12"/>
              <p:cNvSpPr txBox="true"/>
              <p:nvPr/>
            </p:nvSpPr>
            <p:spPr>
              <a:xfrm>
                <a:off x="0" y="-38100"/>
                <a:ext cx="76074" cy="115073"/>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524366" y="222809"/>
              <a:ext cx="7965546" cy="622723"/>
            </a:xfrm>
            <a:prstGeom prst="rect">
              <a:avLst/>
            </a:prstGeom>
          </p:spPr>
          <p:txBody>
            <a:bodyPr anchor="t" rtlCol="false" tIns="0" lIns="0" bIns="0" rIns="0">
              <a:spAutoFit/>
            </a:bodyPr>
            <a:lstStyle/>
            <a:p>
              <a:pPr algn="ctr">
                <a:lnSpc>
                  <a:spcPts val="3920"/>
                </a:lnSpc>
              </a:pPr>
              <a:r>
                <a:rPr lang="en-US" sz="2800">
                  <a:solidFill>
                    <a:srgbClr val="38B6FF"/>
                  </a:solidFill>
                  <a:latin typeface="Fira Code"/>
                  <a:ea typeface="Fira Code"/>
                  <a:cs typeface="Fira Code"/>
                  <a:sym typeface="Fira Code"/>
                </a:rPr>
                <a:t>&lt;Company&gt;</a:t>
              </a:r>
              <a:r>
                <a:rPr lang="en-US" sz="2800">
                  <a:solidFill>
                    <a:srgbClr val="FFFFFF"/>
                  </a:solidFill>
                  <a:latin typeface="Fira Code"/>
                  <a:ea typeface="Fira Code"/>
                  <a:cs typeface="Fira Code"/>
                  <a:sym typeface="Fira Code"/>
                </a:rPr>
                <a:t>           </a:t>
              </a:r>
              <a:r>
                <a:rPr lang="en-US" sz="2800">
                  <a:solidFill>
                    <a:srgbClr val="AB81FF"/>
                  </a:solidFill>
                  <a:latin typeface="Fira Code"/>
                  <a:ea typeface="Fira Code"/>
                  <a:cs typeface="Fira Code"/>
                  <a:sym typeface="Fira Code"/>
                </a:rPr>
                <a:t>&lt;Lesson&gt;</a:t>
              </a:r>
            </a:p>
          </p:txBody>
        </p:sp>
      </p:grpSp>
      <p:sp>
        <p:nvSpPr>
          <p:cNvPr name="AutoShape 14" id="14"/>
          <p:cNvSpPr/>
          <p:nvPr/>
        </p:nvSpPr>
        <p:spPr>
          <a:xfrm>
            <a:off x="16005660" y="9799853"/>
            <a:ext cx="1892134" cy="0"/>
          </a:xfrm>
          <a:prstGeom prst="line">
            <a:avLst/>
          </a:prstGeom>
          <a:ln cap="flat" w="38100">
            <a:solidFill>
              <a:srgbClr val="FFFFFF"/>
            </a:solidFill>
            <a:prstDash val="solid"/>
            <a:headEnd type="none" len="sm" w="sm"/>
            <a:tailEnd type="arrow" len="sm" w="med"/>
          </a:ln>
        </p:spPr>
      </p:sp>
      <p:sp>
        <p:nvSpPr>
          <p:cNvPr name="Freeform 15" id="15"/>
          <p:cNvSpPr/>
          <p:nvPr/>
        </p:nvSpPr>
        <p:spPr>
          <a:xfrm flipH="false" flipV="false" rot="0">
            <a:off x="9236387" y="5769023"/>
            <a:ext cx="771785" cy="922787"/>
          </a:xfrm>
          <a:custGeom>
            <a:avLst/>
            <a:gdLst/>
            <a:ahLst/>
            <a:cxnLst/>
            <a:rect r="r" b="b" t="t" l="l"/>
            <a:pathLst>
              <a:path h="922787" w="771785">
                <a:moveTo>
                  <a:pt x="0" y="0"/>
                </a:moveTo>
                <a:lnTo>
                  <a:pt x="771786" y="0"/>
                </a:lnTo>
                <a:lnTo>
                  <a:pt x="771786" y="922786"/>
                </a:lnTo>
                <a:lnTo>
                  <a:pt x="0" y="92278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6" id="16"/>
          <p:cNvSpPr/>
          <p:nvPr/>
        </p:nvSpPr>
        <p:spPr>
          <a:xfrm flipH="false" flipV="false" rot="0">
            <a:off x="1587144" y="5769023"/>
            <a:ext cx="771785" cy="922787"/>
          </a:xfrm>
          <a:custGeom>
            <a:avLst/>
            <a:gdLst/>
            <a:ahLst/>
            <a:cxnLst/>
            <a:rect r="r" b="b" t="t" l="l"/>
            <a:pathLst>
              <a:path h="922787" w="771785">
                <a:moveTo>
                  <a:pt x="0" y="0"/>
                </a:moveTo>
                <a:lnTo>
                  <a:pt x="771785" y="0"/>
                </a:lnTo>
                <a:lnTo>
                  <a:pt x="771785" y="922786"/>
                </a:lnTo>
                <a:lnTo>
                  <a:pt x="0" y="92278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7" id="17"/>
          <p:cNvSpPr txBox="true"/>
          <p:nvPr/>
        </p:nvSpPr>
        <p:spPr>
          <a:xfrm rot="0">
            <a:off x="1129541" y="2110740"/>
            <a:ext cx="12029372" cy="1252126"/>
          </a:xfrm>
          <a:prstGeom prst="rect">
            <a:avLst/>
          </a:prstGeom>
        </p:spPr>
        <p:txBody>
          <a:bodyPr anchor="t" rtlCol="false" tIns="0" lIns="0" bIns="0" rIns="0">
            <a:spAutoFit/>
          </a:bodyPr>
          <a:lstStyle/>
          <a:p>
            <a:pPr algn="l" marL="0" indent="0" lvl="0">
              <a:lnSpc>
                <a:spcPts val="10260"/>
              </a:lnSpc>
              <a:spcBef>
                <a:spcPct val="0"/>
              </a:spcBef>
            </a:pPr>
            <a:r>
              <a:rPr lang="en-US" sz="7328" strike="noStrike" u="none">
                <a:solidFill>
                  <a:srgbClr val="FFFFFF"/>
                </a:solidFill>
                <a:latin typeface="Fira Code"/>
                <a:ea typeface="Fira Code"/>
                <a:cs typeface="Fira Code"/>
                <a:sym typeface="Fira Code"/>
              </a:rPr>
              <a:t>Who Should </a:t>
            </a:r>
            <a:r>
              <a:rPr lang="en-US" sz="7328" strike="noStrike" u="none">
                <a:solidFill>
                  <a:srgbClr val="38B6FF"/>
                </a:solidFill>
                <a:latin typeface="Fira Code"/>
                <a:ea typeface="Fira Code"/>
                <a:cs typeface="Fira Code"/>
                <a:sym typeface="Fira Code"/>
              </a:rPr>
              <a:t>`Attend}</a:t>
            </a:r>
          </a:p>
        </p:txBody>
      </p:sp>
      <p:sp>
        <p:nvSpPr>
          <p:cNvPr name="TextBox 18" id="18"/>
          <p:cNvSpPr txBox="true"/>
          <p:nvPr/>
        </p:nvSpPr>
        <p:spPr>
          <a:xfrm rot="0">
            <a:off x="2937131" y="5791155"/>
            <a:ext cx="5438816" cy="894697"/>
          </a:xfrm>
          <a:prstGeom prst="rect">
            <a:avLst/>
          </a:prstGeom>
        </p:spPr>
        <p:txBody>
          <a:bodyPr anchor="t" rtlCol="false" tIns="0" lIns="0" bIns="0" rIns="0">
            <a:spAutoFit/>
          </a:bodyPr>
          <a:lstStyle/>
          <a:p>
            <a:pPr algn="l" marL="0" indent="0" lvl="0">
              <a:lnSpc>
                <a:spcPts val="7386"/>
              </a:lnSpc>
              <a:spcBef>
                <a:spcPct val="0"/>
              </a:spcBef>
            </a:pPr>
            <a:r>
              <a:rPr lang="en-US" sz="5275" strike="noStrike" u="none">
                <a:solidFill>
                  <a:srgbClr val="FFFFFF"/>
                </a:solidFill>
                <a:latin typeface="Fira Code"/>
                <a:ea typeface="Fira Code"/>
                <a:cs typeface="Fira Code"/>
                <a:sym typeface="Fira Code"/>
              </a:rPr>
              <a:t>Individuals’</a:t>
            </a:r>
          </a:p>
        </p:txBody>
      </p:sp>
      <p:sp>
        <p:nvSpPr>
          <p:cNvPr name="TextBox 19" id="19"/>
          <p:cNvSpPr txBox="true"/>
          <p:nvPr/>
        </p:nvSpPr>
        <p:spPr>
          <a:xfrm rot="0">
            <a:off x="10655986" y="5806809"/>
            <a:ext cx="4804170" cy="894697"/>
          </a:xfrm>
          <a:prstGeom prst="rect">
            <a:avLst/>
          </a:prstGeom>
        </p:spPr>
        <p:txBody>
          <a:bodyPr anchor="t" rtlCol="false" tIns="0" lIns="0" bIns="0" rIns="0">
            <a:spAutoFit/>
          </a:bodyPr>
          <a:lstStyle/>
          <a:p>
            <a:pPr algn="l" marL="0" indent="0" lvl="0">
              <a:lnSpc>
                <a:spcPts val="7386"/>
              </a:lnSpc>
              <a:spcBef>
                <a:spcPct val="0"/>
              </a:spcBef>
            </a:pPr>
            <a:r>
              <a:rPr lang="en-US" sz="5275">
                <a:solidFill>
                  <a:srgbClr val="FFFFFF"/>
                </a:solidFill>
                <a:latin typeface="Fira Code"/>
                <a:ea typeface="Fira Code"/>
                <a:cs typeface="Fira Code"/>
                <a:sym typeface="Fira Code"/>
              </a:rPr>
              <a:t>{Students}</a:t>
            </a:r>
          </a:p>
        </p:txBody>
      </p:sp>
      <p:sp>
        <p:nvSpPr>
          <p:cNvPr name="TextBox 20" id="20"/>
          <p:cNvSpPr txBox="true"/>
          <p:nvPr/>
        </p:nvSpPr>
        <p:spPr>
          <a:xfrm rot="0">
            <a:off x="1129541" y="3762916"/>
            <a:ext cx="12258483" cy="1480185"/>
          </a:xfrm>
          <a:prstGeom prst="rect">
            <a:avLst/>
          </a:prstGeom>
        </p:spPr>
        <p:txBody>
          <a:bodyPr anchor="t" rtlCol="false" tIns="0" lIns="0" bIns="0" rIns="0">
            <a:spAutoFit/>
          </a:bodyPr>
          <a:lstStyle/>
          <a:p>
            <a:pPr algn="l" marL="0" indent="0" lvl="0">
              <a:lnSpc>
                <a:spcPts val="2940"/>
              </a:lnSpc>
              <a:spcBef>
                <a:spcPct val="0"/>
              </a:spcBef>
            </a:pPr>
            <a:r>
              <a:rPr lang="en-US" sz="2100" strike="noStrike" u="none">
                <a:solidFill>
                  <a:srgbClr val="FFFFFF"/>
                </a:solidFill>
                <a:latin typeface="Fira Code"/>
                <a:ea typeface="Fira Code"/>
                <a:cs typeface="Fira Code"/>
                <a:sym typeface="Fira Code"/>
              </a:rPr>
              <a:t>This workshop is designed for absolute beginners with little to no prior programming experience. Whether you're a student exploring new interests, a professional looking to switch careers, or someone curious about the world of coding, this workshop is perfect for you.</a:t>
            </a:r>
          </a:p>
        </p:txBody>
      </p:sp>
      <p:sp>
        <p:nvSpPr>
          <p:cNvPr name="TextBox 21" id="21"/>
          <p:cNvSpPr txBox="true"/>
          <p:nvPr/>
        </p:nvSpPr>
        <p:spPr>
          <a:xfrm rot="0">
            <a:off x="1129541" y="7312839"/>
            <a:ext cx="5824697" cy="1480185"/>
          </a:xfrm>
          <a:prstGeom prst="rect">
            <a:avLst/>
          </a:prstGeom>
        </p:spPr>
        <p:txBody>
          <a:bodyPr anchor="t" rtlCol="false" tIns="0" lIns="0" bIns="0" rIns="0">
            <a:spAutoFit/>
          </a:bodyPr>
          <a:lstStyle/>
          <a:p>
            <a:pPr algn="l">
              <a:lnSpc>
                <a:spcPts val="2940"/>
              </a:lnSpc>
            </a:pPr>
            <a:r>
              <a:rPr lang="en-US" sz="2100">
                <a:solidFill>
                  <a:srgbClr val="FFFFFF"/>
                </a:solidFill>
                <a:latin typeface="Fira Code"/>
                <a:ea typeface="Fira Code"/>
                <a:cs typeface="Fira Code"/>
                <a:sym typeface="Fira Code"/>
              </a:rPr>
              <a:t>Ind</a:t>
            </a:r>
            <a:r>
              <a:rPr lang="en-US" sz="2100" strike="noStrike" u="none">
                <a:solidFill>
                  <a:srgbClr val="FFFFFF"/>
                </a:solidFill>
                <a:latin typeface="Fira Code"/>
                <a:ea typeface="Fira Code"/>
                <a:cs typeface="Fira Code"/>
                <a:sym typeface="Fira Code"/>
              </a:rPr>
              <a:t>ividuals with little to no prior programming experience, seeking to explore the world of coding.</a:t>
            </a:r>
          </a:p>
          <a:p>
            <a:pPr algn="l">
              <a:lnSpc>
                <a:spcPts val="2940"/>
              </a:lnSpc>
            </a:pPr>
          </a:p>
        </p:txBody>
      </p:sp>
      <p:sp>
        <p:nvSpPr>
          <p:cNvPr name="TextBox 22" id="22"/>
          <p:cNvSpPr txBox="true"/>
          <p:nvPr/>
        </p:nvSpPr>
        <p:spPr>
          <a:xfrm rot="0">
            <a:off x="8677944" y="7312839"/>
            <a:ext cx="6469073" cy="1480185"/>
          </a:xfrm>
          <a:prstGeom prst="rect">
            <a:avLst/>
          </a:prstGeom>
        </p:spPr>
        <p:txBody>
          <a:bodyPr anchor="t" rtlCol="false" tIns="0" lIns="0" bIns="0" rIns="0">
            <a:spAutoFit/>
          </a:bodyPr>
          <a:lstStyle/>
          <a:p>
            <a:pPr algn="l">
              <a:lnSpc>
                <a:spcPts val="2940"/>
              </a:lnSpc>
            </a:pPr>
            <a:r>
              <a:rPr lang="en-US" sz="2100">
                <a:solidFill>
                  <a:srgbClr val="FFFFFF"/>
                </a:solidFill>
                <a:latin typeface="Fira Code"/>
                <a:ea typeface="Fira Code"/>
                <a:cs typeface="Fira Code"/>
                <a:sym typeface="Fira Code"/>
              </a:rPr>
              <a:t>Students interested in acquiring essential programming skills to enhance their academic and career prospects.</a:t>
            </a:r>
          </a:p>
          <a:p>
            <a:pPr algn="l">
              <a:lnSpc>
                <a:spcPts val="2940"/>
              </a:lnSpc>
            </a:pPr>
          </a:p>
        </p:txBody>
      </p:sp>
      <p:sp>
        <p:nvSpPr>
          <p:cNvPr name="TextBox 23" id="23"/>
          <p:cNvSpPr txBox="true"/>
          <p:nvPr/>
        </p:nvSpPr>
        <p:spPr>
          <a:xfrm rot="0">
            <a:off x="2378688" y="5603613"/>
            <a:ext cx="558444" cy="1222155"/>
          </a:xfrm>
          <a:prstGeom prst="rect">
            <a:avLst/>
          </a:prstGeom>
        </p:spPr>
        <p:txBody>
          <a:bodyPr anchor="t" rtlCol="false" tIns="0" lIns="0" bIns="0" rIns="0">
            <a:spAutoFit/>
          </a:bodyPr>
          <a:lstStyle/>
          <a:p>
            <a:pPr algn="l" marL="0" indent="0" lvl="0">
              <a:lnSpc>
                <a:spcPts val="10260"/>
              </a:lnSpc>
              <a:spcBef>
                <a:spcPct val="0"/>
              </a:spcBef>
            </a:pPr>
            <a:r>
              <a:rPr lang="en-US" sz="7328">
                <a:solidFill>
                  <a:srgbClr val="FFC535"/>
                </a:solidFill>
                <a:latin typeface="Fira Code"/>
                <a:ea typeface="Fira Code"/>
                <a:cs typeface="Fira Code"/>
                <a:sym typeface="Fira Code"/>
              </a:rPr>
              <a:t>}</a:t>
            </a:r>
          </a:p>
        </p:txBody>
      </p:sp>
      <p:sp>
        <p:nvSpPr>
          <p:cNvPr name="TextBox 24" id="24"/>
          <p:cNvSpPr txBox="true"/>
          <p:nvPr/>
        </p:nvSpPr>
        <p:spPr>
          <a:xfrm rot="0">
            <a:off x="10027931" y="5603613"/>
            <a:ext cx="558444" cy="1222155"/>
          </a:xfrm>
          <a:prstGeom prst="rect">
            <a:avLst/>
          </a:prstGeom>
        </p:spPr>
        <p:txBody>
          <a:bodyPr anchor="t" rtlCol="false" tIns="0" lIns="0" bIns="0" rIns="0">
            <a:spAutoFit/>
          </a:bodyPr>
          <a:lstStyle/>
          <a:p>
            <a:pPr algn="l" marL="0" indent="0" lvl="0">
              <a:lnSpc>
                <a:spcPts val="10260"/>
              </a:lnSpc>
              <a:spcBef>
                <a:spcPct val="0"/>
              </a:spcBef>
            </a:pPr>
            <a:r>
              <a:rPr lang="en-US" sz="7328">
                <a:solidFill>
                  <a:srgbClr val="FF5858"/>
                </a:solidFill>
                <a:latin typeface="Fira Code"/>
                <a:ea typeface="Fira Code"/>
                <a:cs typeface="Fira Code"/>
                <a:sym typeface="Fira Code"/>
              </a:rPr>
              <a:t>}</a:t>
            </a:r>
          </a:p>
        </p:txBody>
      </p:sp>
      <p:sp>
        <p:nvSpPr>
          <p:cNvPr name="TextBox 25" id="25"/>
          <p:cNvSpPr txBox="true"/>
          <p:nvPr/>
        </p:nvSpPr>
        <p:spPr>
          <a:xfrm rot="-10800000">
            <a:off x="1028700" y="5690776"/>
            <a:ext cx="558444" cy="1222155"/>
          </a:xfrm>
          <a:prstGeom prst="rect">
            <a:avLst/>
          </a:prstGeom>
        </p:spPr>
        <p:txBody>
          <a:bodyPr anchor="t" rtlCol="false" tIns="0" lIns="0" bIns="0" rIns="0">
            <a:spAutoFit/>
          </a:bodyPr>
          <a:lstStyle/>
          <a:p>
            <a:pPr algn="l" marL="0" indent="0" lvl="0">
              <a:lnSpc>
                <a:spcPts val="10260"/>
              </a:lnSpc>
              <a:spcBef>
                <a:spcPct val="0"/>
              </a:spcBef>
            </a:pPr>
            <a:r>
              <a:rPr lang="en-US" sz="7328">
                <a:solidFill>
                  <a:srgbClr val="FFC535"/>
                </a:solidFill>
                <a:latin typeface="Fira Code"/>
                <a:ea typeface="Fira Code"/>
                <a:cs typeface="Fira Code"/>
                <a:sym typeface="Fira Code"/>
              </a:rPr>
              <a:t>}</a:t>
            </a:r>
          </a:p>
        </p:txBody>
      </p:sp>
      <p:sp>
        <p:nvSpPr>
          <p:cNvPr name="TextBox 26" id="26"/>
          <p:cNvSpPr txBox="true"/>
          <p:nvPr/>
        </p:nvSpPr>
        <p:spPr>
          <a:xfrm rot="-10800000">
            <a:off x="8677944" y="5690776"/>
            <a:ext cx="558444" cy="1222155"/>
          </a:xfrm>
          <a:prstGeom prst="rect">
            <a:avLst/>
          </a:prstGeom>
        </p:spPr>
        <p:txBody>
          <a:bodyPr anchor="t" rtlCol="false" tIns="0" lIns="0" bIns="0" rIns="0">
            <a:spAutoFit/>
          </a:bodyPr>
          <a:lstStyle/>
          <a:p>
            <a:pPr algn="l" marL="0" indent="0" lvl="0">
              <a:lnSpc>
                <a:spcPts val="10260"/>
              </a:lnSpc>
              <a:spcBef>
                <a:spcPct val="0"/>
              </a:spcBef>
            </a:pPr>
            <a:r>
              <a:rPr lang="en-US" sz="7328">
                <a:solidFill>
                  <a:srgbClr val="FF5858"/>
                </a:solidFill>
                <a:latin typeface="Fira Code"/>
                <a:ea typeface="Fira Code"/>
                <a:cs typeface="Fira Code"/>
                <a:sym typeface="Fira Code"/>
              </a:rPr>
              <a: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635426" y="606641"/>
            <a:ext cx="17262368" cy="844118"/>
            <a:chOff x="0" y="0"/>
            <a:chExt cx="23016491" cy="1125490"/>
          </a:xfrm>
        </p:grpSpPr>
        <p:grpSp>
          <p:nvGrpSpPr>
            <p:cNvPr name="Group 3" id="3"/>
            <p:cNvGrpSpPr/>
            <p:nvPr/>
          </p:nvGrpSpPr>
          <p:grpSpPr>
            <a:xfrm rot="0">
              <a:off x="0" y="0"/>
              <a:ext cx="23016491" cy="1125490"/>
              <a:chOff x="0" y="0"/>
              <a:chExt cx="4546467" cy="222319"/>
            </a:xfrm>
          </p:grpSpPr>
          <p:sp>
            <p:nvSpPr>
              <p:cNvPr name="Freeform 4" id="4"/>
              <p:cNvSpPr/>
              <p:nvPr/>
            </p:nvSpPr>
            <p:spPr>
              <a:xfrm flipH="false" flipV="false" rot="0">
                <a:off x="0" y="0"/>
                <a:ext cx="4546467" cy="222319"/>
              </a:xfrm>
              <a:custGeom>
                <a:avLst/>
                <a:gdLst/>
                <a:ahLst/>
                <a:cxnLst/>
                <a:rect r="r" b="b" t="t" l="l"/>
                <a:pathLst>
                  <a:path h="222319" w="4546467">
                    <a:moveTo>
                      <a:pt x="22873" y="0"/>
                    </a:moveTo>
                    <a:lnTo>
                      <a:pt x="4523595" y="0"/>
                    </a:lnTo>
                    <a:cubicBezTo>
                      <a:pt x="4529661" y="0"/>
                      <a:pt x="4535479" y="2410"/>
                      <a:pt x="4539768" y="6699"/>
                    </a:cubicBezTo>
                    <a:cubicBezTo>
                      <a:pt x="4544058" y="10989"/>
                      <a:pt x="4546467" y="16807"/>
                      <a:pt x="4546467" y="22873"/>
                    </a:cubicBezTo>
                    <a:lnTo>
                      <a:pt x="4546467" y="199446"/>
                    </a:lnTo>
                    <a:cubicBezTo>
                      <a:pt x="4546467" y="212079"/>
                      <a:pt x="4536227" y="222319"/>
                      <a:pt x="4523595" y="222319"/>
                    </a:cubicBezTo>
                    <a:lnTo>
                      <a:pt x="22873" y="222319"/>
                    </a:lnTo>
                    <a:cubicBezTo>
                      <a:pt x="10240" y="222319"/>
                      <a:pt x="0" y="212079"/>
                      <a:pt x="0" y="199446"/>
                    </a:cubicBezTo>
                    <a:lnTo>
                      <a:pt x="0" y="22873"/>
                    </a:lnTo>
                    <a:cubicBezTo>
                      <a:pt x="0" y="10240"/>
                      <a:pt x="10240" y="0"/>
                      <a:pt x="22873" y="0"/>
                    </a:cubicBezTo>
                    <a:close/>
                  </a:path>
                </a:pathLst>
              </a:custGeom>
              <a:ln w="19050" cap="rnd">
                <a:solidFill>
                  <a:srgbClr val="FFFFFF"/>
                </a:solidFill>
                <a:prstDash val="solid"/>
                <a:round/>
              </a:ln>
            </p:spPr>
          </p:sp>
          <p:sp>
            <p:nvSpPr>
              <p:cNvPr name="TextBox 5" id="5"/>
              <p:cNvSpPr txBox="true"/>
              <p:nvPr/>
            </p:nvSpPr>
            <p:spPr>
              <a:xfrm>
                <a:off x="0" y="-38100"/>
                <a:ext cx="4546467" cy="260419"/>
              </a:xfrm>
              <a:prstGeom prst="rect">
                <a:avLst/>
              </a:prstGeom>
            </p:spPr>
            <p:txBody>
              <a:bodyPr anchor="ctr" rtlCol="false" tIns="50800" lIns="50800" bIns="50800" rIns="50800"/>
              <a:lstStyle/>
              <a:p>
                <a:pPr algn="ctr">
                  <a:lnSpc>
                    <a:spcPts val="2659"/>
                  </a:lnSpc>
                </a:pPr>
              </a:p>
            </p:txBody>
          </p:sp>
        </p:grpSp>
        <p:sp>
          <p:nvSpPr>
            <p:cNvPr name="AutoShape 6" id="6"/>
            <p:cNvSpPr/>
            <p:nvPr/>
          </p:nvSpPr>
          <p:spPr>
            <a:xfrm>
              <a:off x="22130073" y="368470"/>
              <a:ext cx="350965" cy="383162"/>
            </a:xfrm>
            <a:prstGeom prst="line">
              <a:avLst/>
            </a:prstGeom>
            <a:ln cap="rnd" w="25400">
              <a:solidFill>
                <a:srgbClr val="FFFFFF"/>
              </a:solidFill>
              <a:prstDash val="solid"/>
              <a:headEnd type="none" len="sm" w="sm"/>
              <a:tailEnd type="none" len="sm" w="sm"/>
            </a:ln>
          </p:spPr>
        </p:sp>
        <p:sp>
          <p:nvSpPr>
            <p:cNvPr name="AutoShape 7" id="7"/>
            <p:cNvSpPr/>
            <p:nvPr/>
          </p:nvSpPr>
          <p:spPr>
            <a:xfrm flipH="true">
              <a:off x="22130073" y="377728"/>
              <a:ext cx="339363" cy="373904"/>
            </a:xfrm>
            <a:prstGeom prst="line">
              <a:avLst/>
            </a:prstGeom>
            <a:ln cap="rnd" w="25400">
              <a:solidFill>
                <a:srgbClr val="FFFFFF"/>
              </a:solidFill>
              <a:prstDash val="solid"/>
              <a:headEnd type="none" len="sm" w="sm"/>
              <a:tailEnd type="none" len="sm" w="sm"/>
            </a:ln>
          </p:spPr>
        </p:sp>
        <p:sp>
          <p:nvSpPr>
            <p:cNvPr name="AutoShape 8" id="8"/>
            <p:cNvSpPr/>
            <p:nvPr/>
          </p:nvSpPr>
          <p:spPr>
            <a:xfrm>
              <a:off x="20624713" y="560051"/>
              <a:ext cx="501367" cy="0"/>
            </a:xfrm>
            <a:prstGeom prst="line">
              <a:avLst/>
            </a:prstGeom>
            <a:ln cap="rnd" w="25400">
              <a:solidFill>
                <a:srgbClr val="FFFFFF"/>
              </a:solidFill>
              <a:prstDash val="solid"/>
              <a:headEnd type="none" len="sm" w="sm"/>
              <a:tailEnd type="none" len="sm" w="sm"/>
            </a:ln>
          </p:spPr>
        </p:sp>
        <p:grpSp>
          <p:nvGrpSpPr>
            <p:cNvPr name="Group 9" id="9"/>
            <p:cNvGrpSpPr/>
            <p:nvPr/>
          </p:nvGrpSpPr>
          <p:grpSpPr>
            <a:xfrm rot="0">
              <a:off x="21430813" y="361957"/>
              <a:ext cx="385123" cy="389674"/>
              <a:chOff x="0" y="0"/>
              <a:chExt cx="76074" cy="76973"/>
            </a:xfrm>
          </p:grpSpPr>
          <p:sp>
            <p:nvSpPr>
              <p:cNvPr name="Freeform 10" id="10"/>
              <p:cNvSpPr/>
              <p:nvPr/>
            </p:nvSpPr>
            <p:spPr>
              <a:xfrm flipH="false" flipV="false" rot="0">
                <a:off x="0" y="0"/>
                <a:ext cx="76074" cy="76973"/>
              </a:xfrm>
              <a:custGeom>
                <a:avLst/>
                <a:gdLst/>
                <a:ahLst/>
                <a:cxnLst/>
                <a:rect r="r" b="b" t="t" l="l"/>
                <a:pathLst>
                  <a:path h="76973" w="76074">
                    <a:moveTo>
                      <a:pt x="38037" y="0"/>
                    </a:moveTo>
                    <a:lnTo>
                      <a:pt x="38037" y="0"/>
                    </a:lnTo>
                    <a:cubicBezTo>
                      <a:pt x="59044" y="0"/>
                      <a:pt x="76074" y="17030"/>
                      <a:pt x="76074" y="38037"/>
                    </a:cubicBezTo>
                    <a:lnTo>
                      <a:pt x="76074" y="38936"/>
                    </a:lnTo>
                    <a:cubicBezTo>
                      <a:pt x="76074" y="59943"/>
                      <a:pt x="59044" y="76973"/>
                      <a:pt x="38037" y="76973"/>
                    </a:cubicBezTo>
                    <a:lnTo>
                      <a:pt x="38037" y="76973"/>
                    </a:lnTo>
                    <a:cubicBezTo>
                      <a:pt x="17030" y="76973"/>
                      <a:pt x="0" y="59943"/>
                      <a:pt x="0" y="38936"/>
                    </a:cubicBezTo>
                    <a:lnTo>
                      <a:pt x="0" y="38037"/>
                    </a:lnTo>
                    <a:cubicBezTo>
                      <a:pt x="0" y="17030"/>
                      <a:pt x="17030" y="0"/>
                      <a:pt x="38037" y="0"/>
                    </a:cubicBezTo>
                    <a:close/>
                  </a:path>
                </a:pathLst>
              </a:custGeom>
              <a:ln w="28575" cap="sq">
                <a:solidFill>
                  <a:srgbClr val="FFFFFF"/>
                </a:solidFill>
                <a:prstDash val="solid"/>
                <a:miter/>
              </a:ln>
            </p:spPr>
          </p:sp>
          <p:sp>
            <p:nvSpPr>
              <p:cNvPr name="TextBox 11" id="11"/>
              <p:cNvSpPr txBox="true"/>
              <p:nvPr/>
            </p:nvSpPr>
            <p:spPr>
              <a:xfrm>
                <a:off x="0" y="-38100"/>
                <a:ext cx="76074" cy="115073"/>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524366" y="222809"/>
              <a:ext cx="7965546" cy="622723"/>
            </a:xfrm>
            <a:prstGeom prst="rect">
              <a:avLst/>
            </a:prstGeom>
          </p:spPr>
          <p:txBody>
            <a:bodyPr anchor="t" rtlCol="false" tIns="0" lIns="0" bIns="0" rIns="0">
              <a:spAutoFit/>
            </a:bodyPr>
            <a:lstStyle/>
            <a:p>
              <a:pPr algn="ctr">
                <a:lnSpc>
                  <a:spcPts val="3920"/>
                </a:lnSpc>
              </a:pPr>
              <a:r>
                <a:rPr lang="en-US" sz="2800">
                  <a:solidFill>
                    <a:srgbClr val="38B6FF"/>
                  </a:solidFill>
                  <a:latin typeface="Fira Code"/>
                  <a:ea typeface="Fira Code"/>
                  <a:cs typeface="Fira Code"/>
                  <a:sym typeface="Fira Code"/>
                </a:rPr>
                <a:t>&lt;Company&gt;</a:t>
              </a:r>
              <a:r>
                <a:rPr lang="en-US" sz="2800">
                  <a:solidFill>
                    <a:srgbClr val="FFFFFF"/>
                  </a:solidFill>
                  <a:latin typeface="Fira Code"/>
                  <a:ea typeface="Fira Code"/>
                  <a:cs typeface="Fira Code"/>
                  <a:sym typeface="Fira Code"/>
                </a:rPr>
                <a:t>           </a:t>
              </a:r>
              <a:r>
                <a:rPr lang="en-US" sz="2800">
                  <a:solidFill>
                    <a:srgbClr val="AB81FF"/>
                  </a:solidFill>
                  <a:latin typeface="Fira Code"/>
                  <a:ea typeface="Fira Code"/>
                  <a:cs typeface="Fira Code"/>
                  <a:sym typeface="Fira Code"/>
                </a:rPr>
                <a:t>&lt;Lesson&gt;</a:t>
              </a:r>
            </a:p>
          </p:txBody>
        </p:sp>
      </p:grpSp>
      <p:sp>
        <p:nvSpPr>
          <p:cNvPr name="Freeform 13" id="13"/>
          <p:cNvSpPr/>
          <p:nvPr/>
        </p:nvSpPr>
        <p:spPr>
          <a:xfrm flipH="false" flipV="false" rot="0">
            <a:off x="12199612" y="3985174"/>
            <a:ext cx="4736876" cy="5273126"/>
          </a:xfrm>
          <a:custGeom>
            <a:avLst/>
            <a:gdLst/>
            <a:ahLst/>
            <a:cxnLst/>
            <a:rect r="r" b="b" t="t" l="l"/>
            <a:pathLst>
              <a:path h="5273126" w="4736876">
                <a:moveTo>
                  <a:pt x="0" y="0"/>
                </a:moveTo>
                <a:lnTo>
                  <a:pt x="4736877" y="0"/>
                </a:lnTo>
                <a:lnTo>
                  <a:pt x="4736877" y="5273126"/>
                </a:lnTo>
                <a:lnTo>
                  <a:pt x="0" y="5273126"/>
                </a:lnTo>
                <a:lnTo>
                  <a:pt x="0" y="0"/>
                </a:lnTo>
                <a:close/>
              </a:path>
            </a:pathLst>
          </a:custGeom>
          <a:blipFill>
            <a:blip r:embed="rId2"/>
            <a:stretch>
              <a:fillRect l="0" t="0" r="0" b="0"/>
            </a:stretch>
          </a:blipFill>
        </p:spPr>
      </p:sp>
      <p:sp>
        <p:nvSpPr>
          <p:cNvPr name="Freeform 14" id="14"/>
          <p:cNvSpPr/>
          <p:nvPr/>
        </p:nvSpPr>
        <p:spPr>
          <a:xfrm flipH="false" flipV="false" rot="-5400000">
            <a:off x="3302655" y="-3708842"/>
            <a:ext cx="11927910" cy="18533220"/>
          </a:xfrm>
          <a:custGeom>
            <a:avLst/>
            <a:gdLst/>
            <a:ahLst/>
            <a:cxnLst/>
            <a:rect r="r" b="b" t="t" l="l"/>
            <a:pathLst>
              <a:path h="18533220" w="11927910">
                <a:moveTo>
                  <a:pt x="0" y="0"/>
                </a:moveTo>
                <a:lnTo>
                  <a:pt x="11927910" y="0"/>
                </a:lnTo>
                <a:lnTo>
                  <a:pt x="11927910" y="18533220"/>
                </a:lnTo>
                <a:lnTo>
                  <a:pt x="0" y="18533220"/>
                </a:lnTo>
                <a:lnTo>
                  <a:pt x="0" y="0"/>
                </a:lnTo>
                <a:close/>
              </a:path>
            </a:pathLst>
          </a:custGeom>
          <a:blipFill>
            <a:blip r:embed="rId3">
              <a:alphaModFix amt="50000"/>
            </a:blip>
            <a:stretch>
              <a:fillRect l="0" t="-7208" r="0" b="-7208"/>
            </a:stretch>
          </a:blipFill>
        </p:spPr>
      </p:sp>
      <p:sp>
        <p:nvSpPr>
          <p:cNvPr name="TextBox 15" id="15"/>
          <p:cNvSpPr txBox="true"/>
          <p:nvPr/>
        </p:nvSpPr>
        <p:spPr>
          <a:xfrm rot="0">
            <a:off x="1028700" y="1986431"/>
            <a:ext cx="14332262" cy="2547526"/>
          </a:xfrm>
          <a:prstGeom prst="rect">
            <a:avLst/>
          </a:prstGeom>
        </p:spPr>
        <p:txBody>
          <a:bodyPr anchor="t" rtlCol="false" tIns="0" lIns="0" bIns="0" rIns="0">
            <a:spAutoFit/>
          </a:bodyPr>
          <a:lstStyle/>
          <a:p>
            <a:pPr algn="l" marL="0" indent="0" lvl="0">
              <a:lnSpc>
                <a:spcPts val="10260"/>
              </a:lnSpc>
              <a:spcBef>
                <a:spcPct val="0"/>
              </a:spcBef>
            </a:pPr>
            <a:r>
              <a:rPr lang="en-US" sz="7328">
                <a:solidFill>
                  <a:srgbClr val="FFFFFF"/>
                </a:solidFill>
                <a:latin typeface="Fira Code"/>
                <a:ea typeface="Fira Code"/>
                <a:cs typeface="Fira Code"/>
                <a:sym typeface="Fira Code"/>
              </a:rPr>
              <a:t>Basics` of a </a:t>
            </a:r>
            <a:r>
              <a:rPr lang="en-US" sz="7328">
                <a:solidFill>
                  <a:srgbClr val="FF5858"/>
                </a:solidFill>
                <a:latin typeface="Fira Code"/>
                <a:ea typeface="Fira Code"/>
                <a:cs typeface="Fira Code"/>
                <a:sym typeface="Fira Code"/>
              </a:rPr>
              <a:t>Programming}</a:t>
            </a:r>
            <a:r>
              <a:rPr lang="en-US" sz="7328">
                <a:solidFill>
                  <a:srgbClr val="FFFFFF"/>
                </a:solidFill>
                <a:latin typeface="Fira Code"/>
                <a:ea typeface="Fira Code"/>
                <a:cs typeface="Fira Code"/>
                <a:sym typeface="Fira Code"/>
              </a:rPr>
              <a:t> Language</a:t>
            </a:r>
          </a:p>
        </p:txBody>
      </p:sp>
      <p:sp>
        <p:nvSpPr>
          <p:cNvPr name="TextBox 16" id="16"/>
          <p:cNvSpPr txBox="true"/>
          <p:nvPr/>
        </p:nvSpPr>
        <p:spPr>
          <a:xfrm rot="0">
            <a:off x="1028700" y="4905720"/>
            <a:ext cx="9629737" cy="4080510"/>
          </a:xfrm>
          <a:prstGeom prst="rect">
            <a:avLst/>
          </a:prstGeom>
        </p:spPr>
        <p:txBody>
          <a:bodyPr anchor="t" rtlCol="false" tIns="0" lIns="0" bIns="0" rIns="0">
            <a:spAutoFit/>
          </a:bodyPr>
          <a:lstStyle/>
          <a:p>
            <a:pPr algn="l" marL="0" indent="0" lvl="0">
              <a:lnSpc>
                <a:spcPts val="2940"/>
              </a:lnSpc>
              <a:spcBef>
                <a:spcPct val="0"/>
              </a:spcBef>
            </a:pPr>
            <a:r>
              <a:rPr lang="en-US" sz="2100" strike="noStrike" u="none">
                <a:solidFill>
                  <a:srgbClr val="FFFFFF"/>
                </a:solidFill>
                <a:latin typeface="Fira Code"/>
                <a:ea typeface="Fira Code"/>
                <a:cs typeface="Fira Code"/>
                <a:sym typeface="Fira Code"/>
              </a:rPr>
              <a:t>Understanding the basics of a programming language is essential for anyone looking to delve into the world of coding. A programming language serves as a set of instructions that computers can understand and execute to perform specific tasks. These instructions can range from simple arithmetic calculations to complex algorithms that power software applications and websites.</a:t>
            </a:r>
          </a:p>
          <a:p>
            <a:pPr algn="l" marL="0" indent="0" lvl="0">
              <a:lnSpc>
                <a:spcPts val="2940"/>
              </a:lnSpc>
              <a:spcBef>
                <a:spcPct val="0"/>
              </a:spcBef>
            </a:pPr>
            <a:r>
              <a:rPr lang="en-US" sz="2100" strike="noStrike" u="none">
                <a:solidFill>
                  <a:srgbClr val="FFFFFF"/>
                </a:solidFill>
                <a:latin typeface="Fira Code"/>
                <a:ea typeface="Fira Code"/>
                <a:cs typeface="Fira Code"/>
                <a:sym typeface="Fira Code"/>
              </a:rPr>
              <a:t>At the core of any programming language are fundamental concepts such as variables, data types, control structures, functions, and loops. Variables are used to store data.</a:t>
            </a:r>
          </a:p>
          <a:p>
            <a:pPr algn="l" marL="0" indent="0" lvl="0">
              <a:lnSpc>
                <a:spcPts val="2940"/>
              </a:lnSpc>
              <a:spcBef>
                <a:spcPct val="0"/>
              </a:spcBef>
            </a:pPr>
          </a:p>
        </p:txBody>
      </p:sp>
      <p:sp>
        <p:nvSpPr>
          <p:cNvPr name="AutoShape 17" id="17"/>
          <p:cNvSpPr/>
          <p:nvPr/>
        </p:nvSpPr>
        <p:spPr>
          <a:xfrm>
            <a:off x="16005660" y="9799853"/>
            <a:ext cx="1892134" cy="0"/>
          </a:xfrm>
          <a:prstGeom prst="line">
            <a:avLst/>
          </a:prstGeom>
          <a:ln cap="flat" w="38100">
            <a:solidFill>
              <a:srgbClr val="FFFFFF"/>
            </a:solidFill>
            <a:prstDash val="solid"/>
            <a:headEnd type="none" len="sm" w="sm"/>
            <a:tailEnd type="arrow" len="sm" w="med"/>
          </a:ln>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3302655" y="-3302655"/>
            <a:ext cx="11927910" cy="18533220"/>
          </a:xfrm>
          <a:custGeom>
            <a:avLst/>
            <a:gdLst/>
            <a:ahLst/>
            <a:cxnLst/>
            <a:rect r="r" b="b" t="t" l="l"/>
            <a:pathLst>
              <a:path h="18533220" w="11927910">
                <a:moveTo>
                  <a:pt x="0" y="0"/>
                </a:moveTo>
                <a:lnTo>
                  <a:pt x="11927910" y="0"/>
                </a:lnTo>
                <a:lnTo>
                  <a:pt x="11927910" y="18533220"/>
                </a:lnTo>
                <a:lnTo>
                  <a:pt x="0" y="18533220"/>
                </a:lnTo>
                <a:lnTo>
                  <a:pt x="0" y="0"/>
                </a:lnTo>
                <a:close/>
              </a:path>
            </a:pathLst>
          </a:custGeom>
          <a:blipFill>
            <a:blip r:embed="rId2">
              <a:alphaModFix amt="50000"/>
            </a:blip>
            <a:stretch>
              <a:fillRect l="0" t="-7208" r="0" b="-7208"/>
            </a:stretch>
          </a:blipFill>
        </p:spPr>
      </p:sp>
      <p:grpSp>
        <p:nvGrpSpPr>
          <p:cNvPr name="Group 3" id="3"/>
          <p:cNvGrpSpPr/>
          <p:nvPr/>
        </p:nvGrpSpPr>
        <p:grpSpPr>
          <a:xfrm rot="0">
            <a:off x="635426" y="606641"/>
            <a:ext cx="17262368" cy="844118"/>
            <a:chOff x="0" y="0"/>
            <a:chExt cx="23016491" cy="1125490"/>
          </a:xfrm>
        </p:grpSpPr>
        <p:grpSp>
          <p:nvGrpSpPr>
            <p:cNvPr name="Group 4" id="4"/>
            <p:cNvGrpSpPr/>
            <p:nvPr/>
          </p:nvGrpSpPr>
          <p:grpSpPr>
            <a:xfrm rot="0">
              <a:off x="0" y="0"/>
              <a:ext cx="23016491" cy="1125490"/>
              <a:chOff x="0" y="0"/>
              <a:chExt cx="4546467" cy="222319"/>
            </a:xfrm>
          </p:grpSpPr>
          <p:sp>
            <p:nvSpPr>
              <p:cNvPr name="Freeform 5" id="5"/>
              <p:cNvSpPr/>
              <p:nvPr/>
            </p:nvSpPr>
            <p:spPr>
              <a:xfrm flipH="false" flipV="false" rot="0">
                <a:off x="0" y="0"/>
                <a:ext cx="4546467" cy="222319"/>
              </a:xfrm>
              <a:custGeom>
                <a:avLst/>
                <a:gdLst/>
                <a:ahLst/>
                <a:cxnLst/>
                <a:rect r="r" b="b" t="t" l="l"/>
                <a:pathLst>
                  <a:path h="222319" w="4546467">
                    <a:moveTo>
                      <a:pt x="22873" y="0"/>
                    </a:moveTo>
                    <a:lnTo>
                      <a:pt x="4523595" y="0"/>
                    </a:lnTo>
                    <a:cubicBezTo>
                      <a:pt x="4529661" y="0"/>
                      <a:pt x="4535479" y="2410"/>
                      <a:pt x="4539768" y="6699"/>
                    </a:cubicBezTo>
                    <a:cubicBezTo>
                      <a:pt x="4544058" y="10989"/>
                      <a:pt x="4546467" y="16807"/>
                      <a:pt x="4546467" y="22873"/>
                    </a:cubicBezTo>
                    <a:lnTo>
                      <a:pt x="4546467" y="199446"/>
                    </a:lnTo>
                    <a:cubicBezTo>
                      <a:pt x="4546467" y="212079"/>
                      <a:pt x="4536227" y="222319"/>
                      <a:pt x="4523595" y="222319"/>
                    </a:cubicBezTo>
                    <a:lnTo>
                      <a:pt x="22873" y="222319"/>
                    </a:lnTo>
                    <a:cubicBezTo>
                      <a:pt x="10240" y="222319"/>
                      <a:pt x="0" y="212079"/>
                      <a:pt x="0" y="199446"/>
                    </a:cubicBezTo>
                    <a:lnTo>
                      <a:pt x="0" y="22873"/>
                    </a:lnTo>
                    <a:cubicBezTo>
                      <a:pt x="0" y="10240"/>
                      <a:pt x="10240" y="0"/>
                      <a:pt x="22873" y="0"/>
                    </a:cubicBezTo>
                    <a:close/>
                  </a:path>
                </a:pathLst>
              </a:custGeom>
              <a:ln w="19050" cap="rnd">
                <a:solidFill>
                  <a:srgbClr val="FFFFFF"/>
                </a:solidFill>
                <a:prstDash val="solid"/>
                <a:round/>
              </a:ln>
            </p:spPr>
          </p:sp>
          <p:sp>
            <p:nvSpPr>
              <p:cNvPr name="TextBox 6" id="6"/>
              <p:cNvSpPr txBox="true"/>
              <p:nvPr/>
            </p:nvSpPr>
            <p:spPr>
              <a:xfrm>
                <a:off x="0" y="-38100"/>
                <a:ext cx="4546467" cy="260419"/>
              </a:xfrm>
              <a:prstGeom prst="rect">
                <a:avLst/>
              </a:prstGeom>
            </p:spPr>
            <p:txBody>
              <a:bodyPr anchor="ctr" rtlCol="false" tIns="50800" lIns="50800" bIns="50800" rIns="50800"/>
              <a:lstStyle/>
              <a:p>
                <a:pPr algn="ctr">
                  <a:lnSpc>
                    <a:spcPts val="2659"/>
                  </a:lnSpc>
                </a:pPr>
              </a:p>
            </p:txBody>
          </p:sp>
        </p:grpSp>
        <p:sp>
          <p:nvSpPr>
            <p:cNvPr name="AutoShape 7" id="7"/>
            <p:cNvSpPr/>
            <p:nvPr/>
          </p:nvSpPr>
          <p:spPr>
            <a:xfrm>
              <a:off x="22130073" y="368470"/>
              <a:ext cx="350965" cy="383162"/>
            </a:xfrm>
            <a:prstGeom prst="line">
              <a:avLst/>
            </a:prstGeom>
            <a:ln cap="rnd" w="25400">
              <a:solidFill>
                <a:srgbClr val="FFFFFF"/>
              </a:solidFill>
              <a:prstDash val="solid"/>
              <a:headEnd type="none" len="sm" w="sm"/>
              <a:tailEnd type="none" len="sm" w="sm"/>
            </a:ln>
          </p:spPr>
        </p:sp>
        <p:sp>
          <p:nvSpPr>
            <p:cNvPr name="AutoShape 8" id="8"/>
            <p:cNvSpPr/>
            <p:nvPr/>
          </p:nvSpPr>
          <p:spPr>
            <a:xfrm flipH="true">
              <a:off x="22130073" y="377728"/>
              <a:ext cx="339363" cy="373904"/>
            </a:xfrm>
            <a:prstGeom prst="line">
              <a:avLst/>
            </a:prstGeom>
            <a:ln cap="rnd" w="25400">
              <a:solidFill>
                <a:srgbClr val="FFFFFF"/>
              </a:solidFill>
              <a:prstDash val="solid"/>
              <a:headEnd type="none" len="sm" w="sm"/>
              <a:tailEnd type="none" len="sm" w="sm"/>
            </a:ln>
          </p:spPr>
        </p:sp>
        <p:sp>
          <p:nvSpPr>
            <p:cNvPr name="AutoShape 9" id="9"/>
            <p:cNvSpPr/>
            <p:nvPr/>
          </p:nvSpPr>
          <p:spPr>
            <a:xfrm>
              <a:off x="20624713" y="560051"/>
              <a:ext cx="501367" cy="0"/>
            </a:xfrm>
            <a:prstGeom prst="line">
              <a:avLst/>
            </a:prstGeom>
            <a:ln cap="rnd" w="25400">
              <a:solidFill>
                <a:srgbClr val="FFFFFF"/>
              </a:solidFill>
              <a:prstDash val="solid"/>
              <a:headEnd type="none" len="sm" w="sm"/>
              <a:tailEnd type="none" len="sm" w="sm"/>
            </a:ln>
          </p:spPr>
        </p:sp>
        <p:grpSp>
          <p:nvGrpSpPr>
            <p:cNvPr name="Group 10" id="10"/>
            <p:cNvGrpSpPr/>
            <p:nvPr/>
          </p:nvGrpSpPr>
          <p:grpSpPr>
            <a:xfrm rot="0">
              <a:off x="21430813" y="361957"/>
              <a:ext cx="385123" cy="389674"/>
              <a:chOff x="0" y="0"/>
              <a:chExt cx="76074" cy="76973"/>
            </a:xfrm>
          </p:grpSpPr>
          <p:sp>
            <p:nvSpPr>
              <p:cNvPr name="Freeform 11" id="11"/>
              <p:cNvSpPr/>
              <p:nvPr/>
            </p:nvSpPr>
            <p:spPr>
              <a:xfrm flipH="false" flipV="false" rot="0">
                <a:off x="0" y="0"/>
                <a:ext cx="76074" cy="76973"/>
              </a:xfrm>
              <a:custGeom>
                <a:avLst/>
                <a:gdLst/>
                <a:ahLst/>
                <a:cxnLst/>
                <a:rect r="r" b="b" t="t" l="l"/>
                <a:pathLst>
                  <a:path h="76973" w="76074">
                    <a:moveTo>
                      <a:pt x="38037" y="0"/>
                    </a:moveTo>
                    <a:lnTo>
                      <a:pt x="38037" y="0"/>
                    </a:lnTo>
                    <a:cubicBezTo>
                      <a:pt x="59044" y="0"/>
                      <a:pt x="76074" y="17030"/>
                      <a:pt x="76074" y="38037"/>
                    </a:cubicBezTo>
                    <a:lnTo>
                      <a:pt x="76074" y="38936"/>
                    </a:lnTo>
                    <a:cubicBezTo>
                      <a:pt x="76074" y="59943"/>
                      <a:pt x="59044" y="76973"/>
                      <a:pt x="38037" y="76973"/>
                    </a:cubicBezTo>
                    <a:lnTo>
                      <a:pt x="38037" y="76973"/>
                    </a:lnTo>
                    <a:cubicBezTo>
                      <a:pt x="17030" y="76973"/>
                      <a:pt x="0" y="59943"/>
                      <a:pt x="0" y="38936"/>
                    </a:cubicBezTo>
                    <a:lnTo>
                      <a:pt x="0" y="38037"/>
                    </a:lnTo>
                    <a:cubicBezTo>
                      <a:pt x="0" y="17030"/>
                      <a:pt x="17030" y="0"/>
                      <a:pt x="38037" y="0"/>
                    </a:cubicBezTo>
                    <a:close/>
                  </a:path>
                </a:pathLst>
              </a:custGeom>
              <a:ln w="28575" cap="sq">
                <a:solidFill>
                  <a:srgbClr val="FFFFFF"/>
                </a:solidFill>
                <a:prstDash val="solid"/>
                <a:miter/>
              </a:ln>
            </p:spPr>
          </p:sp>
          <p:sp>
            <p:nvSpPr>
              <p:cNvPr name="TextBox 12" id="12"/>
              <p:cNvSpPr txBox="true"/>
              <p:nvPr/>
            </p:nvSpPr>
            <p:spPr>
              <a:xfrm>
                <a:off x="0" y="-38100"/>
                <a:ext cx="76074" cy="115073"/>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524366" y="222809"/>
              <a:ext cx="7965546" cy="622723"/>
            </a:xfrm>
            <a:prstGeom prst="rect">
              <a:avLst/>
            </a:prstGeom>
          </p:spPr>
          <p:txBody>
            <a:bodyPr anchor="t" rtlCol="false" tIns="0" lIns="0" bIns="0" rIns="0">
              <a:spAutoFit/>
            </a:bodyPr>
            <a:lstStyle/>
            <a:p>
              <a:pPr algn="ctr">
                <a:lnSpc>
                  <a:spcPts val="3920"/>
                </a:lnSpc>
              </a:pPr>
              <a:r>
                <a:rPr lang="en-US" sz="2800">
                  <a:solidFill>
                    <a:srgbClr val="38B6FF"/>
                  </a:solidFill>
                  <a:latin typeface="Fira Code"/>
                  <a:ea typeface="Fira Code"/>
                  <a:cs typeface="Fira Code"/>
                  <a:sym typeface="Fira Code"/>
                </a:rPr>
                <a:t>&lt;Company&gt;</a:t>
              </a:r>
              <a:r>
                <a:rPr lang="en-US" sz="2800">
                  <a:solidFill>
                    <a:srgbClr val="FFFFFF"/>
                  </a:solidFill>
                  <a:latin typeface="Fira Code"/>
                  <a:ea typeface="Fira Code"/>
                  <a:cs typeface="Fira Code"/>
                  <a:sym typeface="Fira Code"/>
                </a:rPr>
                <a:t>           </a:t>
              </a:r>
              <a:r>
                <a:rPr lang="en-US" sz="2800">
                  <a:solidFill>
                    <a:srgbClr val="AB81FF"/>
                  </a:solidFill>
                  <a:latin typeface="Fira Code"/>
                  <a:ea typeface="Fira Code"/>
                  <a:cs typeface="Fira Code"/>
                  <a:sym typeface="Fira Code"/>
                </a:rPr>
                <a:t>&lt;Lesson&gt;</a:t>
              </a:r>
            </a:p>
          </p:txBody>
        </p:sp>
      </p:grpSp>
      <p:sp>
        <p:nvSpPr>
          <p:cNvPr name="Freeform 14" id="14"/>
          <p:cNvSpPr/>
          <p:nvPr/>
        </p:nvSpPr>
        <p:spPr>
          <a:xfrm flipH="false" flipV="false" rot="0">
            <a:off x="1625813" y="3936148"/>
            <a:ext cx="714205" cy="844758"/>
          </a:xfrm>
          <a:custGeom>
            <a:avLst/>
            <a:gdLst/>
            <a:ahLst/>
            <a:cxnLst/>
            <a:rect r="r" b="b" t="t" l="l"/>
            <a:pathLst>
              <a:path h="844758" w="714205">
                <a:moveTo>
                  <a:pt x="0" y="0"/>
                </a:moveTo>
                <a:lnTo>
                  <a:pt x="714205" y="0"/>
                </a:lnTo>
                <a:lnTo>
                  <a:pt x="714205" y="844758"/>
                </a:lnTo>
                <a:lnTo>
                  <a:pt x="0" y="8447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5" id="15"/>
          <p:cNvSpPr/>
          <p:nvPr/>
        </p:nvSpPr>
        <p:spPr>
          <a:xfrm flipH="false" flipV="false" rot="0">
            <a:off x="5055002" y="6944271"/>
            <a:ext cx="784250" cy="792900"/>
          </a:xfrm>
          <a:custGeom>
            <a:avLst/>
            <a:gdLst/>
            <a:ahLst/>
            <a:cxnLst/>
            <a:rect r="r" b="b" t="t" l="l"/>
            <a:pathLst>
              <a:path h="792900" w="784250">
                <a:moveTo>
                  <a:pt x="0" y="0"/>
                </a:moveTo>
                <a:lnTo>
                  <a:pt x="784250" y="0"/>
                </a:lnTo>
                <a:lnTo>
                  <a:pt x="784250" y="792900"/>
                </a:lnTo>
                <a:lnTo>
                  <a:pt x="0" y="7929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6" id="16"/>
          <p:cNvSpPr txBox="true"/>
          <p:nvPr/>
        </p:nvSpPr>
        <p:spPr>
          <a:xfrm rot="0">
            <a:off x="1028700" y="1909466"/>
            <a:ext cx="11727392" cy="1252126"/>
          </a:xfrm>
          <a:prstGeom prst="rect">
            <a:avLst/>
          </a:prstGeom>
        </p:spPr>
        <p:txBody>
          <a:bodyPr anchor="t" rtlCol="false" tIns="0" lIns="0" bIns="0" rIns="0">
            <a:spAutoFit/>
          </a:bodyPr>
          <a:lstStyle/>
          <a:p>
            <a:pPr algn="l" marL="0" indent="0" lvl="0">
              <a:lnSpc>
                <a:spcPts val="10260"/>
              </a:lnSpc>
              <a:spcBef>
                <a:spcPct val="0"/>
              </a:spcBef>
            </a:pPr>
            <a:r>
              <a:rPr lang="en-US" sz="7328" strike="noStrike" u="none">
                <a:solidFill>
                  <a:srgbClr val="7ED957"/>
                </a:solidFill>
                <a:latin typeface="Fira Code"/>
                <a:ea typeface="Fira Code"/>
                <a:cs typeface="Fira Code"/>
                <a:sym typeface="Fira Code"/>
              </a:rPr>
              <a:t>Programming} </a:t>
            </a:r>
            <a:r>
              <a:rPr lang="en-US" sz="7328" strike="noStrike" u="none">
                <a:solidFill>
                  <a:srgbClr val="FFFFFF"/>
                </a:solidFill>
                <a:latin typeface="Fira Code"/>
                <a:ea typeface="Fira Code"/>
                <a:cs typeface="Fira Code"/>
                <a:sym typeface="Fira Code"/>
              </a:rPr>
              <a:t>Language</a:t>
            </a:r>
          </a:p>
        </p:txBody>
      </p:sp>
      <p:sp>
        <p:nvSpPr>
          <p:cNvPr name="TextBox 17" id="17"/>
          <p:cNvSpPr txBox="true"/>
          <p:nvPr/>
        </p:nvSpPr>
        <p:spPr>
          <a:xfrm rot="0">
            <a:off x="2378688" y="3676012"/>
            <a:ext cx="558444" cy="1222155"/>
          </a:xfrm>
          <a:prstGeom prst="rect">
            <a:avLst/>
          </a:prstGeom>
        </p:spPr>
        <p:txBody>
          <a:bodyPr anchor="t" rtlCol="false" tIns="0" lIns="0" bIns="0" rIns="0">
            <a:spAutoFit/>
          </a:bodyPr>
          <a:lstStyle/>
          <a:p>
            <a:pPr algn="l" marL="0" indent="0" lvl="0">
              <a:lnSpc>
                <a:spcPts val="10260"/>
              </a:lnSpc>
              <a:spcBef>
                <a:spcPct val="0"/>
              </a:spcBef>
            </a:pPr>
            <a:r>
              <a:rPr lang="en-US" sz="7328">
                <a:solidFill>
                  <a:srgbClr val="FFFFFF"/>
                </a:solidFill>
                <a:latin typeface="Fira Code"/>
                <a:ea typeface="Fira Code"/>
                <a:cs typeface="Fira Code"/>
                <a:sym typeface="Fira Code"/>
              </a:rPr>
              <a:t>}</a:t>
            </a:r>
          </a:p>
        </p:txBody>
      </p:sp>
      <p:sp>
        <p:nvSpPr>
          <p:cNvPr name="TextBox 18" id="18"/>
          <p:cNvSpPr txBox="true"/>
          <p:nvPr/>
        </p:nvSpPr>
        <p:spPr>
          <a:xfrm rot="0">
            <a:off x="5839252" y="6713918"/>
            <a:ext cx="558444" cy="1222155"/>
          </a:xfrm>
          <a:prstGeom prst="rect">
            <a:avLst/>
          </a:prstGeom>
        </p:spPr>
        <p:txBody>
          <a:bodyPr anchor="t" rtlCol="false" tIns="0" lIns="0" bIns="0" rIns="0">
            <a:spAutoFit/>
          </a:bodyPr>
          <a:lstStyle/>
          <a:p>
            <a:pPr algn="l" marL="0" indent="0" lvl="0">
              <a:lnSpc>
                <a:spcPts val="10260"/>
              </a:lnSpc>
              <a:spcBef>
                <a:spcPct val="0"/>
              </a:spcBef>
            </a:pPr>
            <a:r>
              <a:rPr lang="en-US" sz="7328">
                <a:solidFill>
                  <a:srgbClr val="FFFFFF"/>
                </a:solidFill>
                <a:latin typeface="Fira Code"/>
                <a:ea typeface="Fira Code"/>
                <a:cs typeface="Fira Code"/>
                <a:sym typeface="Fira Code"/>
              </a:rPr>
              <a:t>}</a:t>
            </a:r>
          </a:p>
        </p:txBody>
      </p:sp>
      <p:sp>
        <p:nvSpPr>
          <p:cNvPr name="TextBox 19" id="19"/>
          <p:cNvSpPr txBox="true"/>
          <p:nvPr/>
        </p:nvSpPr>
        <p:spPr>
          <a:xfrm rot="-10800000">
            <a:off x="1028700" y="3763175"/>
            <a:ext cx="558444" cy="1222155"/>
          </a:xfrm>
          <a:prstGeom prst="rect">
            <a:avLst/>
          </a:prstGeom>
        </p:spPr>
        <p:txBody>
          <a:bodyPr anchor="t" rtlCol="false" tIns="0" lIns="0" bIns="0" rIns="0">
            <a:spAutoFit/>
          </a:bodyPr>
          <a:lstStyle/>
          <a:p>
            <a:pPr algn="l" marL="0" indent="0" lvl="0">
              <a:lnSpc>
                <a:spcPts val="10260"/>
              </a:lnSpc>
              <a:spcBef>
                <a:spcPct val="0"/>
              </a:spcBef>
            </a:pPr>
            <a:r>
              <a:rPr lang="en-US" sz="7328">
                <a:solidFill>
                  <a:srgbClr val="FFFFFF"/>
                </a:solidFill>
                <a:latin typeface="Fira Code"/>
                <a:ea typeface="Fira Code"/>
                <a:cs typeface="Fira Code"/>
                <a:sym typeface="Fira Code"/>
              </a:rPr>
              <a:t>}</a:t>
            </a:r>
          </a:p>
        </p:txBody>
      </p:sp>
      <p:sp>
        <p:nvSpPr>
          <p:cNvPr name="TextBox 20" id="20"/>
          <p:cNvSpPr txBox="true"/>
          <p:nvPr/>
        </p:nvSpPr>
        <p:spPr>
          <a:xfrm rot="-10800000">
            <a:off x="4489264" y="6801081"/>
            <a:ext cx="558444" cy="1222155"/>
          </a:xfrm>
          <a:prstGeom prst="rect">
            <a:avLst/>
          </a:prstGeom>
        </p:spPr>
        <p:txBody>
          <a:bodyPr anchor="t" rtlCol="false" tIns="0" lIns="0" bIns="0" rIns="0">
            <a:spAutoFit/>
          </a:bodyPr>
          <a:lstStyle/>
          <a:p>
            <a:pPr algn="l" marL="0" indent="0" lvl="0">
              <a:lnSpc>
                <a:spcPts val="10260"/>
              </a:lnSpc>
              <a:spcBef>
                <a:spcPct val="0"/>
              </a:spcBef>
            </a:pPr>
            <a:r>
              <a:rPr lang="en-US" sz="7328">
                <a:solidFill>
                  <a:srgbClr val="FFFFFF"/>
                </a:solidFill>
                <a:latin typeface="Fira Code"/>
                <a:ea typeface="Fira Code"/>
                <a:cs typeface="Fira Code"/>
                <a:sym typeface="Fira Code"/>
              </a:rPr>
              <a:t>}</a:t>
            </a:r>
          </a:p>
        </p:txBody>
      </p:sp>
      <p:sp>
        <p:nvSpPr>
          <p:cNvPr name="TextBox 21" id="21"/>
          <p:cNvSpPr txBox="true"/>
          <p:nvPr/>
        </p:nvSpPr>
        <p:spPr>
          <a:xfrm rot="0">
            <a:off x="2937131" y="3723637"/>
            <a:ext cx="4020229" cy="859293"/>
          </a:xfrm>
          <a:prstGeom prst="rect">
            <a:avLst/>
          </a:prstGeom>
        </p:spPr>
        <p:txBody>
          <a:bodyPr anchor="t" rtlCol="false" tIns="0" lIns="0" bIns="0" rIns="0">
            <a:spAutoFit/>
          </a:bodyPr>
          <a:lstStyle/>
          <a:p>
            <a:pPr algn="l" marL="0" indent="0" lvl="0">
              <a:lnSpc>
                <a:spcPts val="7385"/>
              </a:lnSpc>
              <a:spcBef>
                <a:spcPct val="0"/>
              </a:spcBef>
            </a:pPr>
            <a:r>
              <a:rPr lang="en-US" sz="5275" strike="noStrike" u="none">
                <a:solidFill>
                  <a:srgbClr val="FFFFFF"/>
                </a:solidFill>
                <a:latin typeface="Fira Code"/>
                <a:ea typeface="Fira Code"/>
                <a:cs typeface="Fira Code"/>
                <a:sym typeface="Fira Code"/>
              </a:rPr>
              <a:t>Variables`</a:t>
            </a:r>
          </a:p>
        </p:txBody>
      </p:sp>
      <p:sp>
        <p:nvSpPr>
          <p:cNvPr name="TextBox 22" id="22"/>
          <p:cNvSpPr txBox="true"/>
          <p:nvPr/>
        </p:nvSpPr>
        <p:spPr>
          <a:xfrm rot="0">
            <a:off x="6681437" y="6705831"/>
            <a:ext cx="4824162" cy="859293"/>
          </a:xfrm>
          <a:prstGeom prst="rect">
            <a:avLst/>
          </a:prstGeom>
        </p:spPr>
        <p:txBody>
          <a:bodyPr anchor="t" rtlCol="false" tIns="0" lIns="0" bIns="0" rIns="0">
            <a:spAutoFit/>
          </a:bodyPr>
          <a:lstStyle/>
          <a:p>
            <a:pPr algn="l" marL="0" indent="0" lvl="0">
              <a:lnSpc>
                <a:spcPts val="7385"/>
              </a:lnSpc>
              <a:spcBef>
                <a:spcPct val="0"/>
              </a:spcBef>
            </a:pPr>
            <a:r>
              <a:rPr lang="en-US" sz="5275" strike="noStrike" u="none">
                <a:solidFill>
                  <a:srgbClr val="FFFFFF"/>
                </a:solidFill>
                <a:latin typeface="Fira Code"/>
                <a:ea typeface="Fira Code"/>
                <a:cs typeface="Fira Code"/>
                <a:sym typeface="Fira Code"/>
              </a:rPr>
              <a:t>Data }`Types</a:t>
            </a:r>
          </a:p>
        </p:txBody>
      </p:sp>
      <p:sp>
        <p:nvSpPr>
          <p:cNvPr name="TextBox 23" id="23"/>
          <p:cNvSpPr txBox="true"/>
          <p:nvPr/>
        </p:nvSpPr>
        <p:spPr>
          <a:xfrm rot="0">
            <a:off x="2937131" y="4672737"/>
            <a:ext cx="10307583" cy="1480185"/>
          </a:xfrm>
          <a:prstGeom prst="rect">
            <a:avLst/>
          </a:prstGeom>
        </p:spPr>
        <p:txBody>
          <a:bodyPr anchor="t" rtlCol="false" tIns="0" lIns="0" bIns="0" rIns="0">
            <a:spAutoFit/>
          </a:bodyPr>
          <a:lstStyle/>
          <a:p>
            <a:pPr algn="l" marL="0" indent="0" lvl="0">
              <a:lnSpc>
                <a:spcPts val="2940"/>
              </a:lnSpc>
              <a:spcBef>
                <a:spcPct val="0"/>
              </a:spcBef>
            </a:pPr>
            <a:r>
              <a:rPr lang="en-US" sz="2100">
                <a:solidFill>
                  <a:srgbClr val="FFFFFF"/>
                </a:solidFill>
                <a:latin typeface="Fira Code"/>
                <a:ea typeface="Fira Code"/>
                <a:cs typeface="Fira Code"/>
                <a:sym typeface="Fira Code"/>
              </a:rPr>
              <a:t>Variables are placeholders for storing data values. They can hold various types of data, such as numbers, strings (text), and Boolean (true/false) values. We'll learn how to declare variables, assign values to them, and manipulate their contents</a:t>
            </a:r>
          </a:p>
        </p:txBody>
      </p:sp>
      <p:sp>
        <p:nvSpPr>
          <p:cNvPr name="TextBox 24" id="24"/>
          <p:cNvSpPr txBox="true"/>
          <p:nvPr/>
        </p:nvSpPr>
        <p:spPr>
          <a:xfrm rot="0">
            <a:off x="6681437" y="7652458"/>
            <a:ext cx="10577863" cy="1480185"/>
          </a:xfrm>
          <a:prstGeom prst="rect">
            <a:avLst/>
          </a:prstGeom>
        </p:spPr>
        <p:txBody>
          <a:bodyPr anchor="t" rtlCol="false" tIns="0" lIns="0" bIns="0" rIns="0">
            <a:spAutoFit/>
          </a:bodyPr>
          <a:lstStyle/>
          <a:p>
            <a:pPr algn="l" marL="0" indent="0" lvl="0">
              <a:lnSpc>
                <a:spcPts val="2940"/>
              </a:lnSpc>
              <a:spcBef>
                <a:spcPct val="0"/>
              </a:spcBef>
            </a:pPr>
            <a:r>
              <a:rPr lang="en-US" sz="2100">
                <a:solidFill>
                  <a:srgbClr val="FFFFFF"/>
                </a:solidFill>
                <a:latin typeface="Fira Code"/>
                <a:ea typeface="Fira Code"/>
                <a:cs typeface="Fira Code"/>
                <a:sym typeface="Fira Code"/>
              </a:rPr>
              <a:t>Different types of data require different ways of handling and storing them. We'll cover basic data types like integers, floating-point numbers, strings, and Boolean values. Understanding data types is crucial for writing robust and efficient code.</a:t>
            </a:r>
          </a:p>
        </p:txBody>
      </p:sp>
      <p:sp>
        <p:nvSpPr>
          <p:cNvPr name="AutoShape 25" id="25"/>
          <p:cNvSpPr/>
          <p:nvPr/>
        </p:nvSpPr>
        <p:spPr>
          <a:xfrm>
            <a:off x="16005660" y="9799853"/>
            <a:ext cx="1892134" cy="0"/>
          </a:xfrm>
          <a:prstGeom prst="line">
            <a:avLst/>
          </a:prstGeom>
          <a:ln cap="flat" w="38100">
            <a:solidFill>
              <a:srgbClr val="FFFFFF"/>
            </a:solidFill>
            <a:prstDash val="solid"/>
            <a:headEnd type="none" len="sm" w="sm"/>
            <a:tailEnd type="arrow" len="sm" w="med"/>
          </a:ln>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028700" y="4371960"/>
            <a:ext cx="16230600" cy="4886340"/>
            <a:chOff x="0" y="0"/>
            <a:chExt cx="21640800" cy="6515120"/>
          </a:xfrm>
        </p:grpSpPr>
        <p:pic>
          <p:nvPicPr>
            <p:cNvPr name="Picture 3" id="3"/>
            <p:cNvPicPr>
              <a:picLocks noChangeAspect="true"/>
            </p:cNvPicPr>
            <p:nvPr/>
          </p:nvPicPr>
          <p:blipFill>
            <a:blip r:embed="rId2"/>
            <a:srcRect l="13549" t="0" r="13549" b="0"/>
            <a:stretch>
              <a:fillRect/>
            </a:stretch>
          </p:blipFill>
          <p:spPr>
            <a:xfrm flipH="false" flipV="false">
              <a:off x="0" y="0"/>
              <a:ext cx="7128933" cy="6515120"/>
            </a:xfrm>
            <a:prstGeom prst="rect">
              <a:avLst/>
            </a:prstGeom>
          </p:spPr>
        </p:pic>
        <p:pic>
          <p:nvPicPr>
            <p:cNvPr name="Picture 4" id="4"/>
            <p:cNvPicPr>
              <a:picLocks noChangeAspect="true"/>
            </p:cNvPicPr>
            <p:nvPr/>
          </p:nvPicPr>
          <p:blipFill>
            <a:blip r:embed="rId3"/>
            <a:srcRect l="13549" t="0" r="13549" b="0"/>
            <a:stretch>
              <a:fillRect/>
            </a:stretch>
          </p:blipFill>
          <p:spPr>
            <a:xfrm flipH="false" flipV="false">
              <a:off x="7255933" y="0"/>
              <a:ext cx="7128933" cy="6515120"/>
            </a:xfrm>
            <a:prstGeom prst="rect">
              <a:avLst/>
            </a:prstGeom>
          </p:spPr>
        </p:pic>
        <p:pic>
          <p:nvPicPr>
            <p:cNvPr name="Picture 5" id="5"/>
            <p:cNvPicPr>
              <a:picLocks noChangeAspect="true"/>
            </p:cNvPicPr>
            <p:nvPr/>
          </p:nvPicPr>
          <p:blipFill>
            <a:blip r:embed="rId4"/>
            <a:srcRect l="13549" t="0" r="13549" b="0"/>
            <a:stretch>
              <a:fillRect/>
            </a:stretch>
          </p:blipFill>
          <p:spPr>
            <a:xfrm flipH="false" flipV="false">
              <a:off x="14511867" y="0"/>
              <a:ext cx="7128933" cy="6515120"/>
            </a:xfrm>
            <a:prstGeom prst="rect">
              <a:avLst/>
            </a:prstGeom>
          </p:spPr>
        </p:pic>
      </p:grpSp>
      <p:sp>
        <p:nvSpPr>
          <p:cNvPr name="Freeform 6" id="6"/>
          <p:cNvSpPr/>
          <p:nvPr/>
        </p:nvSpPr>
        <p:spPr>
          <a:xfrm flipH="false" flipV="false" rot="5400000">
            <a:off x="3302655" y="-3708842"/>
            <a:ext cx="11927910" cy="18533220"/>
          </a:xfrm>
          <a:custGeom>
            <a:avLst/>
            <a:gdLst/>
            <a:ahLst/>
            <a:cxnLst/>
            <a:rect r="r" b="b" t="t" l="l"/>
            <a:pathLst>
              <a:path h="18533220" w="11927910">
                <a:moveTo>
                  <a:pt x="0" y="0"/>
                </a:moveTo>
                <a:lnTo>
                  <a:pt x="11927910" y="0"/>
                </a:lnTo>
                <a:lnTo>
                  <a:pt x="11927910" y="18533220"/>
                </a:lnTo>
                <a:lnTo>
                  <a:pt x="0" y="18533220"/>
                </a:lnTo>
                <a:lnTo>
                  <a:pt x="0" y="0"/>
                </a:lnTo>
                <a:close/>
              </a:path>
            </a:pathLst>
          </a:custGeom>
          <a:blipFill>
            <a:blip r:embed="rId5">
              <a:alphaModFix amt="50000"/>
            </a:blip>
            <a:stretch>
              <a:fillRect l="0" t="-7208" r="0" b="-7208"/>
            </a:stretch>
          </a:blipFill>
        </p:spPr>
      </p:sp>
      <p:sp>
        <p:nvSpPr>
          <p:cNvPr name="TextBox 7" id="7"/>
          <p:cNvSpPr txBox="true"/>
          <p:nvPr/>
        </p:nvSpPr>
        <p:spPr>
          <a:xfrm rot="0">
            <a:off x="1028700" y="1722020"/>
            <a:ext cx="12848673" cy="1252126"/>
          </a:xfrm>
          <a:prstGeom prst="rect">
            <a:avLst/>
          </a:prstGeom>
        </p:spPr>
        <p:txBody>
          <a:bodyPr anchor="t" rtlCol="false" tIns="0" lIns="0" bIns="0" rIns="0">
            <a:spAutoFit/>
          </a:bodyPr>
          <a:lstStyle/>
          <a:p>
            <a:pPr algn="l" marL="0" indent="0" lvl="0">
              <a:lnSpc>
                <a:spcPts val="10260"/>
              </a:lnSpc>
              <a:spcBef>
                <a:spcPct val="0"/>
              </a:spcBef>
            </a:pPr>
            <a:r>
              <a:rPr lang="en-US" sz="7328" strike="noStrike" u="none">
                <a:solidFill>
                  <a:srgbClr val="FFFFFF"/>
                </a:solidFill>
                <a:latin typeface="Fira Code"/>
                <a:ea typeface="Fira Code"/>
                <a:cs typeface="Fira Code"/>
                <a:sym typeface="Fira Code"/>
              </a:rPr>
              <a:t>Gallery [Our Student`</a:t>
            </a:r>
          </a:p>
        </p:txBody>
      </p:sp>
      <p:sp>
        <p:nvSpPr>
          <p:cNvPr name="TextBox 8" id="8"/>
          <p:cNvSpPr txBox="true"/>
          <p:nvPr/>
        </p:nvSpPr>
        <p:spPr>
          <a:xfrm rot="0">
            <a:off x="1028700" y="3049677"/>
            <a:ext cx="9219944" cy="365760"/>
          </a:xfrm>
          <a:prstGeom prst="rect">
            <a:avLst/>
          </a:prstGeom>
        </p:spPr>
        <p:txBody>
          <a:bodyPr anchor="t" rtlCol="false" tIns="0" lIns="0" bIns="0" rIns="0">
            <a:spAutoFit/>
          </a:bodyPr>
          <a:lstStyle/>
          <a:p>
            <a:pPr algn="l" marL="0" indent="0" lvl="0">
              <a:lnSpc>
                <a:spcPts val="2940"/>
              </a:lnSpc>
              <a:spcBef>
                <a:spcPct val="0"/>
              </a:spcBef>
            </a:pPr>
            <a:r>
              <a:rPr lang="en-US" sz="2100" strike="noStrike" u="none">
                <a:solidFill>
                  <a:srgbClr val="FFFFFF"/>
                </a:solidFill>
                <a:latin typeface="Fira Code"/>
                <a:ea typeface="Fira Code"/>
                <a:cs typeface="Fira Code"/>
                <a:sym typeface="Fira Code"/>
              </a:rPr>
              <a:t>What can you say about your projects? Share it here!</a:t>
            </a:r>
          </a:p>
        </p:txBody>
      </p:sp>
      <p:grpSp>
        <p:nvGrpSpPr>
          <p:cNvPr name="Group 9" id="9"/>
          <p:cNvGrpSpPr/>
          <p:nvPr/>
        </p:nvGrpSpPr>
        <p:grpSpPr>
          <a:xfrm rot="0">
            <a:off x="635426" y="606641"/>
            <a:ext cx="17262368" cy="844118"/>
            <a:chOff x="0" y="0"/>
            <a:chExt cx="23016491" cy="1125490"/>
          </a:xfrm>
        </p:grpSpPr>
        <p:grpSp>
          <p:nvGrpSpPr>
            <p:cNvPr name="Group 10" id="10"/>
            <p:cNvGrpSpPr/>
            <p:nvPr/>
          </p:nvGrpSpPr>
          <p:grpSpPr>
            <a:xfrm rot="0">
              <a:off x="0" y="0"/>
              <a:ext cx="23016491" cy="1125490"/>
              <a:chOff x="0" y="0"/>
              <a:chExt cx="4546467" cy="222319"/>
            </a:xfrm>
          </p:grpSpPr>
          <p:sp>
            <p:nvSpPr>
              <p:cNvPr name="Freeform 11" id="11"/>
              <p:cNvSpPr/>
              <p:nvPr/>
            </p:nvSpPr>
            <p:spPr>
              <a:xfrm flipH="false" flipV="false" rot="0">
                <a:off x="0" y="0"/>
                <a:ext cx="4546467" cy="222319"/>
              </a:xfrm>
              <a:custGeom>
                <a:avLst/>
                <a:gdLst/>
                <a:ahLst/>
                <a:cxnLst/>
                <a:rect r="r" b="b" t="t" l="l"/>
                <a:pathLst>
                  <a:path h="222319" w="4546467">
                    <a:moveTo>
                      <a:pt x="22873" y="0"/>
                    </a:moveTo>
                    <a:lnTo>
                      <a:pt x="4523595" y="0"/>
                    </a:lnTo>
                    <a:cubicBezTo>
                      <a:pt x="4529661" y="0"/>
                      <a:pt x="4535479" y="2410"/>
                      <a:pt x="4539768" y="6699"/>
                    </a:cubicBezTo>
                    <a:cubicBezTo>
                      <a:pt x="4544058" y="10989"/>
                      <a:pt x="4546467" y="16807"/>
                      <a:pt x="4546467" y="22873"/>
                    </a:cubicBezTo>
                    <a:lnTo>
                      <a:pt x="4546467" y="199446"/>
                    </a:lnTo>
                    <a:cubicBezTo>
                      <a:pt x="4546467" y="212079"/>
                      <a:pt x="4536227" y="222319"/>
                      <a:pt x="4523595" y="222319"/>
                    </a:cubicBezTo>
                    <a:lnTo>
                      <a:pt x="22873" y="222319"/>
                    </a:lnTo>
                    <a:cubicBezTo>
                      <a:pt x="10240" y="222319"/>
                      <a:pt x="0" y="212079"/>
                      <a:pt x="0" y="199446"/>
                    </a:cubicBezTo>
                    <a:lnTo>
                      <a:pt x="0" y="22873"/>
                    </a:lnTo>
                    <a:cubicBezTo>
                      <a:pt x="0" y="10240"/>
                      <a:pt x="10240" y="0"/>
                      <a:pt x="22873" y="0"/>
                    </a:cubicBezTo>
                    <a:close/>
                  </a:path>
                </a:pathLst>
              </a:custGeom>
              <a:ln w="19050" cap="rnd">
                <a:solidFill>
                  <a:srgbClr val="FFFFFF"/>
                </a:solidFill>
                <a:prstDash val="solid"/>
                <a:round/>
              </a:ln>
            </p:spPr>
          </p:sp>
          <p:sp>
            <p:nvSpPr>
              <p:cNvPr name="TextBox 12" id="12"/>
              <p:cNvSpPr txBox="true"/>
              <p:nvPr/>
            </p:nvSpPr>
            <p:spPr>
              <a:xfrm>
                <a:off x="0" y="-38100"/>
                <a:ext cx="4546467" cy="260419"/>
              </a:xfrm>
              <a:prstGeom prst="rect">
                <a:avLst/>
              </a:prstGeom>
            </p:spPr>
            <p:txBody>
              <a:bodyPr anchor="ctr" rtlCol="false" tIns="50800" lIns="50800" bIns="50800" rIns="50800"/>
              <a:lstStyle/>
              <a:p>
                <a:pPr algn="ctr">
                  <a:lnSpc>
                    <a:spcPts val="2659"/>
                  </a:lnSpc>
                </a:pPr>
              </a:p>
            </p:txBody>
          </p:sp>
        </p:grpSp>
        <p:sp>
          <p:nvSpPr>
            <p:cNvPr name="AutoShape 13" id="13"/>
            <p:cNvSpPr/>
            <p:nvPr/>
          </p:nvSpPr>
          <p:spPr>
            <a:xfrm>
              <a:off x="22130073" y="368470"/>
              <a:ext cx="350965" cy="383162"/>
            </a:xfrm>
            <a:prstGeom prst="line">
              <a:avLst/>
            </a:prstGeom>
            <a:ln cap="rnd" w="25400">
              <a:solidFill>
                <a:srgbClr val="FFFFFF"/>
              </a:solidFill>
              <a:prstDash val="solid"/>
              <a:headEnd type="none" len="sm" w="sm"/>
              <a:tailEnd type="none" len="sm" w="sm"/>
            </a:ln>
          </p:spPr>
        </p:sp>
        <p:sp>
          <p:nvSpPr>
            <p:cNvPr name="AutoShape 14" id="14"/>
            <p:cNvSpPr/>
            <p:nvPr/>
          </p:nvSpPr>
          <p:spPr>
            <a:xfrm flipH="true">
              <a:off x="22130073" y="377728"/>
              <a:ext cx="339363" cy="373904"/>
            </a:xfrm>
            <a:prstGeom prst="line">
              <a:avLst/>
            </a:prstGeom>
            <a:ln cap="rnd" w="25400">
              <a:solidFill>
                <a:srgbClr val="FFFFFF"/>
              </a:solidFill>
              <a:prstDash val="solid"/>
              <a:headEnd type="none" len="sm" w="sm"/>
              <a:tailEnd type="none" len="sm" w="sm"/>
            </a:ln>
          </p:spPr>
        </p:sp>
        <p:sp>
          <p:nvSpPr>
            <p:cNvPr name="AutoShape 15" id="15"/>
            <p:cNvSpPr/>
            <p:nvPr/>
          </p:nvSpPr>
          <p:spPr>
            <a:xfrm>
              <a:off x="20624713" y="560051"/>
              <a:ext cx="501367" cy="0"/>
            </a:xfrm>
            <a:prstGeom prst="line">
              <a:avLst/>
            </a:prstGeom>
            <a:ln cap="rnd" w="25400">
              <a:solidFill>
                <a:srgbClr val="FFFFFF"/>
              </a:solidFill>
              <a:prstDash val="solid"/>
              <a:headEnd type="none" len="sm" w="sm"/>
              <a:tailEnd type="none" len="sm" w="sm"/>
            </a:ln>
          </p:spPr>
        </p:sp>
        <p:grpSp>
          <p:nvGrpSpPr>
            <p:cNvPr name="Group 16" id="16"/>
            <p:cNvGrpSpPr/>
            <p:nvPr/>
          </p:nvGrpSpPr>
          <p:grpSpPr>
            <a:xfrm rot="0">
              <a:off x="21430813" y="361957"/>
              <a:ext cx="385123" cy="389674"/>
              <a:chOff x="0" y="0"/>
              <a:chExt cx="76074" cy="76973"/>
            </a:xfrm>
          </p:grpSpPr>
          <p:sp>
            <p:nvSpPr>
              <p:cNvPr name="Freeform 17" id="17"/>
              <p:cNvSpPr/>
              <p:nvPr/>
            </p:nvSpPr>
            <p:spPr>
              <a:xfrm flipH="false" flipV="false" rot="0">
                <a:off x="0" y="0"/>
                <a:ext cx="76074" cy="76973"/>
              </a:xfrm>
              <a:custGeom>
                <a:avLst/>
                <a:gdLst/>
                <a:ahLst/>
                <a:cxnLst/>
                <a:rect r="r" b="b" t="t" l="l"/>
                <a:pathLst>
                  <a:path h="76973" w="76074">
                    <a:moveTo>
                      <a:pt x="38037" y="0"/>
                    </a:moveTo>
                    <a:lnTo>
                      <a:pt x="38037" y="0"/>
                    </a:lnTo>
                    <a:cubicBezTo>
                      <a:pt x="59044" y="0"/>
                      <a:pt x="76074" y="17030"/>
                      <a:pt x="76074" y="38037"/>
                    </a:cubicBezTo>
                    <a:lnTo>
                      <a:pt x="76074" y="38936"/>
                    </a:lnTo>
                    <a:cubicBezTo>
                      <a:pt x="76074" y="59943"/>
                      <a:pt x="59044" y="76973"/>
                      <a:pt x="38037" y="76973"/>
                    </a:cubicBezTo>
                    <a:lnTo>
                      <a:pt x="38037" y="76973"/>
                    </a:lnTo>
                    <a:cubicBezTo>
                      <a:pt x="17030" y="76973"/>
                      <a:pt x="0" y="59943"/>
                      <a:pt x="0" y="38936"/>
                    </a:cubicBezTo>
                    <a:lnTo>
                      <a:pt x="0" y="38037"/>
                    </a:lnTo>
                    <a:cubicBezTo>
                      <a:pt x="0" y="17030"/>
                      <a:pt x="17030" y="0"/>
                      <a:pt x="38037" y="0"/>
                    </a:cubicBezTo>
                    <a:close/>
                  </a:path>
                </a:pathLst>
              </a:custGeom>
              <a:ln w="28575" cap="sq">
                <a:solidFill>
                  <a:srgbClr val="FFFFFF"/>
                </a:solidFill>
                <a:prstDash val="solid"/>
                <a:miter/>
              </a:ln>
            </p:spPr>
          </p:sp>
          <p:sp>
            <p:nvSpPr>
              <p:cNvPr name="TextBox 18" id="18"/>
              <p:cNvSpPr txBox="true"/>
              <p:nvPr/>
            </p:nvSpPr>
            <p:spPr>
              <a:xfrm>
                <a:off x="0" y="-38100"/>
                <a:ext cx="76074" cy="115073"/>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524366" y="222809"/>
              <a:ext cx="7965546" cy="622723"/>
            </a:xfrm>
            <a:prstGeom prst="rect">
              <a:avLst/>
            </a:prstGeom>
          </p:spPr>
          <p:txBody>
            <a:bodyPr anchor="t" rtlCol="false" tIns="0" lIns="0" bIns="0" rIns="0">
              <a:spAutoFit/>
            </a:bodyPr>
            <a:lstStyle/>
            <a:p>
              <a:pPr algn="ctr">
                <a:lnSpc>
                  <a:spcPts val="3920"/>
                </a:lnSpc>
              </a:pPr>
              <a:r>
                <a:rPr lang="en-US" sz="2800">
                  <a:solidFill>
                    <a:srgbClr val="38B6FF"/>
                  </a:solidFill>
                  <a:latin typeface="Fira Code"/>
                  <a:ea typeface="Fira Code"/>
                  <a:cs typeface="Fira Code"/>
                  <a:sym typeface="Fira Code"/>
                </a:rPr>
                <a:t>&lt;Company&gt;</a:t>
              </a:r>
              <a:r>
                <a:rPr lang="en-US" sz="2800">
                  <a:solidFill>
                    <a:srgbClr val="FFFFFF"/>
                  </a:solidFill>
                  <a:latin typeface="Fira Code"/>
                  <a:ea typeface="Fira Code"/>
                  <a:cs typeface="Fira Code"/>
                  <a:sym typeface="Fira Code"/>
                </a:rPr>
                <a:t>           </a:t>
              </a:r>
              <a:r>
                <a:rPr lang="en-US" sz="2800">
                  <a:solidFill>
                    <a:srgbClr val="AB81FF"/>
                  </a:solidFill>
                  <a:latin typeface="Fira Code"/>
                  <a:ea typeface="Fira Code"/>
                  <a:cs typeface="Fira Code"/>
                  <a:sym typeface="Fira Code"/>
                </a:rPr>
                <a:t>&lt;Lesson&gt;</a:t>
              </a:r>
            </a:p>
          </p:txBody>
        </p:sp>
      </p:grpSp>
      <p:sp>
        <p:nvSpPr>
          <p:cNvPr name="AutoShape 20" id="20"/>
          <p:cNvSpPr/>
          <p:nvPr/>
        </p:nvSpPr>
        <p:spPr>
          <a:xfrm>
            <a:off x="16005660" y="9799853"/>
            <a:ext cx="1892134" cy="0"/>
          </a:xfrm>
          <a:prstGeom prst="line">
            <a:avLst/>
          </a:prstGeom>
          <a:ln cap="flat" w="38100">
            <a:solidFill>
              <a:srgbClr val="FFFFFF"/>
            </a:solidFill>
            <a:prstDash val="solid"/>
            <a:headEnd type="none" len="sm" w="sm"/>
            <a:tailEnd type="arrow" len="sm" w="med"/>
          </a:ln>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2917311" y="2402975"/>
            <a:ext cx="4341989" cy="6450008"/>
          </a:xfrm>
          <a:custGeom>
            <a:avLst/>
            <a:gdLst/>
            <a:ahLst/>
            <a:cxnLst/>
            <a:rect r="r" b="b" t="t" l="l"/>
            <a:pathLst>
              <a:path h="6450008" w="4341989">
                <a:moveTo>
                  <a:pt x="0" y="0"/>
                </a:moveTo>
                <a:lnTo>
                  <a:pt x="4341989" y="0"/>
                </a:lnTo>
                <a:lnTo>
                  <a:pt x="4341989" y="6450008"/>
                </a:lnTo>
                <a:lnTo>
                  <a:pt x="0" y="6450008"/>
                </a:lnTo>
                <a:lnTo>
                  <a:pt x="0" y="0"/>
                </a:lnTo>
                <a:close/>
              </a:path>
            </a:pathLst>
          </a:custGeom>
          <a:blipFill>
            <a:blip r:embed="rId2"/>
            <a:stretch>
              <a:fillRect l="0" t="0" r="0" b="0"/>
            </a:stretch>
          </a:blipFill>
        </p:spPr>
      </p:sp>
      <p:sp>
        <p:nvSpPr>
          <p:cNvPr name="Freeform 3" id="3"/>
          <p:cNvSpPr/>
          <p:nvPr/>
        </p:nvSpPr>
        <p:spPr>
          <a:xfrm flipH="false" flipV="false" rot="-5400000">
            <a:off x="3302655" y="-4943565"/>
            <a:ext cx="11927910" cy="18533220"/>
          </a:xfrm>
          <a:custGeom>
            <a:avLst/>
            <a:gdLst/>
            <a:ahLst/>
            <a:cxnLst/>
            <a:rect r="r" b="b" t="t" l="l"/>
            <a:pathLst>
              <a:path h="18533220" w="11927910">
                <a:moveTo>
                  <a:pt x="0" y="0"/>
                </a:moveTo>
                <a:lnTo>
                  <a:pt x="11927910" y="0"/>
                </a:lnTo>
                <a:lnTo>
                  <a:pt x="11927910" y="18533220"/>
                </a:lnTo>
                <a:lnTo>
                  <a:pt x="0" y="18533220"/>
                </a:lnTo>
                <a:lnTo>
                  <a:pt x="0" y="0"/>
                </a:lnTo>
                <a:close/>
              </a:path>
            </a:pathLst>
          </a:custGeom>
          <a:blipFill>
            <a:blip r:embed="rId3">
              <a:alphaModFix amt="50000"/>
            </a:blip>
            <a:stretch>
              <a:fillRect l="0" t="-7208" r="0" b="-7208"/>
            </a:stretch>
          </a:blipFill>
        </p:spPr>
      </p:sp>
      <p:grpSp>
        <p:nvGrpSpPr>
          <p:cNvPr name="Group 4" id="4"/>
          <p:cNvGrpSpPr/>
          <p:nvPr/>
        </p:nvGrpSpPr>
        <p:grpSpPr>
          <a:xfrm rot="0">
            <a:off x="635426" y="606641"/>
            <a:ext cx="17262368" cy="844118"/>
            <a:chOff x="0" y="0"/>
            <a:chExt cx="23016491" cy="1125490"/>
          </a:xfrm>
        </p:grpSpPr>
        <p:grpSp>
          <p:nvGrpSpPr>
            <p:cNvPr name="Group 5" id="5"/>
            <p:cNvGrpSpPr/>
            <p:nvPr/>
          </p:nvGrpSpPr>
          <p:grpSpPr>
            <a:xfrm rot="0">
              <a:off x="0" y="0"/>
              <a:ext cx="23016491" cy="1125490"/>
              <a:chOff x="0" y="0"/>
              <a:chExt cx="4546467" cy="222319"/>
            </a:xfrm>
          </p:grpSpPr>
          <p:sp>
            <p:nvSpPr>
              <p:cNvPr name="Freeform 6" id="6"/>
              <p:cNvSpPr/>
              <p:nvPr/>
            </p:nvSpPr>
            <p:spPr>
              <a:xfrm flipH="false" flipV="false" rot="0">
                <a:off x="0" y="0"/>
                <a:ext cx="4546467" cy="222319"/>
              </a:xfrm>
              <a:custGeom>
                <a:avLst/>
                <a:gdLst/>
                <a:ahLst/>
                <a:cxnLst/>
                <a:rect r="r" b="b" t="t" l="l"/>
                <a:pathLst>
                  <a:path h="222319" w="4546467">
                    <a:moveTo>
                      <a:pt x="22873" y="0"/>
                    </a:moveTo>
                    <a:lnTo>
                      <a:pt x="4523595" y="0"/>
                    </a:lnTo>
                    <a:cubicBezTo>
                      <a:pt x="4529661" y="0"/>
                      <a:pt x="4535479" y="2410"/>
                      <a:pt x="4539768" y="6699"/>
                    </a:cubicBezTo>
                    <a:cubicBezTo>
                      <a:pt x="4544058" y="10989"/>
                      <a:pt x="4546467" y="16807"/>
                      <a:pt x="4546467" y="22873"/>
                    </a:cubicBezTo>
                    <a:lnTo>
                      <a:pt x="4546467" y="199446"/>
                    </a:lnTo>
                    <a:cubicBezTo>
                      <a:pt x="4546467" y="212079"/>
                      <a:pt x="4536227" y="222319"/>
                      <a:pt x="4523595" y="222319"/>
                    </a:cubicBezTo>
                    <a:lnTo>
                      <a:pt x="22873" y="222319"/>
                    </a:lnTo>
                    <a:cubicBezTo>
                      <a:pt x="10240" y="222319"/>
                      <a:pt x="0" y="212079"/>
                      <a:pt x="0" y="199446"/>
                    </a:cubicBezTo>
                    <a:lnTo>
                      <a:pt x="0" y="22873"/>
                    </a:lnTo>
                    <a:cubicBezTo>
                      <a:pt x="0" y="10240"/>
                      <a:pt x="10240" y="0"/>
                      <a:pt x="22873" y="0"/>
                    </a:cubicBezTo>
                    <a:close/>
                  </a:path>
                </a:pathLst>
              </a:custGeom>
              <a:ln w="19050" cap="rnd">
                <a:solidFill>
                  <a:srgbClr val="FFFFFF"/>
                </a:solidFill>
                <a:prstDash val="solid"/>
                <a:round/>
              </a:ln>
            </p:spPr>
          </p:sp>
          <p:sp>
            <p:nvSpPr>
              <p:cNvPr name="TextBox 7" id="7"/>
              <p:cNvSpPr txBox="true"/>
              <p:nvPr/>
            </p:nvSpPr>
            <p:spPr>
              <a:xfrm>
                <a:off x="0" y="-38100"/>
                <a:ext cx="4546467" cy="260419"/>
              </a:xfrm>
              <a:prstGeom prst="rect">
                <a:avLst/>
              </a:prstGeom>
            </p:spPr>
            <p:txBody>
              <a:bodyPr anchor="ctr" rtlCol="false" tIns="50800" lIns="50800" bIns="50800" rIns="50800"/>
              <a:lstStyle/>
              <a:p>
                <a:pPr algn="ctr">
                  <a:lnSpc>
                    <a:spcPts val="2659"/>
                  </a:lnSpc>
                </a:pPr>
              </a:p>
            </p:txBody>
          </p:sp>
        </p:grpSp>
        <p:sp>
          <p:nvSpPr>
            <p:cNvPr name="AutoShape 8" id="8"/>
            <p:cNvSpPr/>
            <p:nvPr/>
          </p:nvSpPr>
          <p:spPr>
            <a:xfrm>
              <a:off x="22130073" y="368470"/>
              <a:ext cx="350965" cy="383162"/>
            </a:xfrm>
            <a:prstGeom prst="line">
              <a:avLst/>
            </a:prstGeom>
            <a:ln cap="rnd" w="25400">
              <a:solidFill>
                <a:srgbClr val="FFFFFF"/>
              </a:solidFill>
              <a:prstDash val="solid"/>
              <a:headEnd type="none" len="sm" w="sm"/>
              <a:tailEnd type="none" len="sm" w="sm"/>
            </a:ln>
          </p:spPr>
        </p:sp>
        <p:sp>
          <p:nvSpPr>
            <p:cNvPr name="AutoShape 9" id="9"/>
            <p:cNvSpPr/>
            <p:nvPr/>
          </p:nvSpPr>
          <p:spPr>
            <a:xfrm flipH="true">
              <a:off x="22130073" y="377728"/>
              <a:ext cx="339363" cy="373904"/>
            </a:xfrm>
            <a:prstGeom prst="line">
              <a:avLst/>
            </a:prstGeom>
            <a:ln cap="rnd" w="25400">
              <a:solidFill>
                <a:srgbClr val="FFFFFF"/>
              </a:solidFill>
              <a:prstDash val="solid"/>
              <a:headEnd type="none" len="sm" w="sm"/>
              <a:tailEnd type="none" len="sm" w="sm"/>
            </a:ln>
          </p:spPr>
        </p:sp>
        <p:sp>
          <p:nvSpPr>
            <p:cNvPr name="AutoShape 10" id="10"/>
            <p:cNvSpPr/>
            <p:nvPr/>
          </p:nvSpPr>
          <p:spPr>
            <a:xfrm>
              <a:off x="20624713" y="560051"/>
              <a:ext cx="501367" cy="0"/>
            </a:xfrm>
            <a:prstGeom prst="line">
              <a:avLst/>
            </a:prstGeom>
            <a:ln cap="rnd" w="25400">
              <a:solidFill>
                <a:srgbClr val="FFFFFF"/>
              </a:solidFill>
              <a:prstDash val="solid"/>
              <a:headEnd type="none" len="sm" w="sm"/>
              <a:tailEnd type="none" len="sm" w="sm"/>
            </a:ln>
          </p:spPr>
        </p:sp>
        <p:grpSp>
          <p:nvGrpSpPr>
            <p:cNvPr name="Group 11" id="11"/>
            <p:cNvGrpSpPr/>
            <p:nvPr/>
          </p:nvGrpSpPr>
          <p:grpSpPr>
            <a:xfrm rot="0">
              <a:off x="21430813" y="361957"/>
              <a:ext cx="385123" cy="389674"/>
              <a:chOff x="0" y="0"/>
              <a:chExt cx="76074" cy="76973"/>
            </a:xfrm>
          </p:grpSpPr>
          <p:sp>
            <p:nvSpPr>
              <p:cNvPr name="Freeform 12" id="12"/>
              <p:cNvSpPr/>
              <p:nvPr/>
            </p:nvSpPr>
            <p:spPr>
              <a:xfrm flipH="false" flipV="false" rot="0">
                <a:off x="0" y="0"/>
                <a:ext cx="76074" cy="76973"/>
              </a:xfrm>
              <a:custGeom>
                <a:avLst/>
                <a:gdLst/>
                <a:ahLst/>
                <a:cxnLst/>
                <a:rect r="r" b="b" t="t" l="l"/>
                <a:pathLst>
                  <a:path h="76973" w="76074">
                    <a:moveTo>
                      <a:pt x="38037" y="0"/>
                    </a:moveTo>
                    <a:lnTo>
                      <a:pt x="38037" y="0"/>
                    </a:lnTo>
                    <a:cubicBezTo>
                      <a:pt x="59044" y="0"/>
                      <a:pt x="76074" y="17030"/>
                      <a:pt x="76074" y="38037"/>
                    </a:cubicBezTo>
                    <a:lnTo>
                      <a:pt x="76074" y="38936"/>
                    </a:lnTo>
                    <a:cubicBezTo>
                      <a:pt x="76074" y="59943"/>
                      <a:pt x="59044" y="76973"/>
                      <a:pt x="38037" y="76973"/>
                    </a:cubicBezTo>
                    <a:lnTo>
                      <a:pt x="38037" y="76973"/>
                    </a:lnTo>
                    <a:cubicBezTo>
                      <a:pt x="17030" y="76973"/>
                      <a:pt x="0" y="59943"/>
                      <a:pt x="0" y="38936"/>
                    </a:cubicBezTo>
                    <a:lnTo>
                      <a:pt x="0" y="38037"/>
                    </a:lnTo>
                    <a:cubicBezTo>
                      <a:pt x="0" y="17030"/>
                      <a:pt x="17030" y="0"/>
                      <a:pt x="38037" y="0"/>
                    </a:cubicBezTo>
                    <a:close/>
                  </a:path>
                </a:pathLst>
              </a:custGeom>
              <a:ln w="28575" cap="sq">
                <a:solidFill>
                  <a:srgbClr val="FFFFFF"/>
                </a:solidFill>
                <a:prstDash val="solid"/>
                <a:miter/>
              </a:ln>
            </p:spPr>
          </p:sp>
          <p:sp>
            <p:nvSpPr>
              <p:cNvPr name="TextBox 13" id="13"/>
              <p:cNvSpPr txBox="true"/>
              <p:nvPr/>
            </p:nvSpPr>
            <p:spPr>
              <a:xfrm>
                <a:off x="0" y="-38100"/>
                <a:ext cx="76074" cy="115073"/>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524366" y="222809"/>
              <a:ext cx="7965546" cy="622723"/>
            </a:xfrm>
            <a:prstGeom prst="rect">
              <a:avLst/>
            </a:prstGeom>
          </p:spPr>
          <p:txBody>
            <a:bodyPr anchor="t" rtlCol="false" tIns="0" lIns="0" bIns="0" rIns="0">
              <a:spAutoFit/>
            </a:bodyPr>
            <a:lstStyle/>
            <a:p>
              <a:pPr algn="ctr">
                <a:lnSpc>
                  <a:spcPts val="3920"/>
                </a:lnSpc>
              </a:pPr>
              <a:r>
                <a:rPr lang="en-US" sz="2800">
                  <a:solidFill>
                    <a:srgbClr val="38B6FF"/>
                  </a:solidFill>
                  <a:latin typeface="Fira Code"/>
                  <a:ea typeface="Fira Code"/>
                  <a:cs typeface="Fira Code"/>
                  <a:sym typeface="Fira Code"/>
                </a:rPr>
                <a:t>&lt;Company&gt;</a:t>
              </a:r>
              <a:r>
                <a:rPr lang="en-US" sz="2800">
                  <a:solidFill>
                    <a:srgbClr val="FFFFFF"/>
                  </a:solidFill>
                  <a:latin typeface="Fira Code"/>
                  <a:ea typeface="Fira Code"/>
                  <a:cs typeface="Fira Code"/>
                  <a:sym typeface="Fira Code"/>
                </a:rPr>
                <a:t>           </a:t>
              </a:r>
              <a:r>
                <a:rPr lang="en-US" sz="2800">
                  <a:solidFill>
                    <a:srgbClr val="AB81FF"/>
                  </a:solidFill>
                  <a:latin typeface="Fira Code"/>
                  <a:ea typeface="Fira Code"/>
                  <a:cs typeface="Fira Code"/>
                  <a:sym typeface="Fira Code"/>
                </a:rPr>
                <a:t>&lt;Lesson&gt;</a:t>
              </a:r>
            </a:p>
          </p:txBody>
        </p:sp>
      </p:grpSp>
      <p:sp>
        <p:nvSpPr>
          <p:cNvPr name="TextBox 15" id="15"/>
          <p:cNvSpPr txBox="true"/>
          <p:nvPr/>
        </p:nvSpPr>
        <p:spPr>
          <a:xfrm rot="0">
            <a:off x="1233959" y="4887570"/>
            <a:ext cx="11406242" cy="4823460"/>
          </a:xfrm>
          <a:prstGeom prst="rect">
            <a:avLst/>
          </a:prstGeom>
        </p:spPr>
        <p:txBody>
          <a:bodyPr anchor="t" rtlCol="false" tIns="0" lIns="0" bIns="0" rIns="0">
            <a:spAutoFit/>
          </a:bodyPr>
          <a:lstStyle/>
          <a:p>
            <a:pPr algn="l" marL="0" indent="0" lvl="0">
              <a:lnSpc>
                <a:spcPts val="2940"/>
              </a:lnSpc>
              <a:spcBef>
                <a:spcPct val="0"/>
              </a:spcBef>
            </a:pPr>
            <a:r>
              <a:rPr lang="en-US" sz="2100" strike="noStrike" u="none">
                <a:solidFill>
                  <a:srgbClr val="FFFFFF"/>
                </a:solidFill>
                <a:latin typeface="Fira Code"/>
                <a:ea typeface="Fira Code"/>
                <a:cs typeface="Fira Code"/>
                <a:sym typeface="Fira Code"/>
              </a:rPr>
              <a:t>Like any skill, programming requires consistent practice to master. Set aside dedicated time each day or week to work on coding exercises, solve problems, and build projects.</a:t>
            </a:r>
          </a:p>
          <a:p>
            <a:pPr algn="l" marL="0" indent="0" lvl="0">
              <a:lnSpc>
                <a:spcPts val="2940"/>
              </a:lnSpc>
              <a:spcBef>
                <a:spcPct val="0"/>
              </a:spcBef>
            </a:pPr>
          </a:p>
          <a:p>
            <a:pPr algn="l" marL="0" indent="0" lvl="0">
              <a:lnSpc>
                <a:spcPts val="2940"/>
              </a:lnSpc>
              <a:spcBef>
                <a:spcPct val="0"/>
              </a:spcBef>
            </a:pPr>
          </a:p>
          <a:p>
            <a:pPr algn="l" marL="0" indent="0" lvl="0">
              <a:lnSpc>
                <a:spcPts val="2940"/>
              </a:lnSpc>
              <a:spcBef>
                <a:spcPct val="0"/>
              </a:spcBef>
            </a:pPr>
          </a:p>
          <a:p>
            <a:pPr algn="l" marL="0" indent="0" lvl="0">
              <a:lnSpc>
                <a:spcPts val="2940"/>
              </a:lnSpc>
              <a:spcBef>
                <a:spcPct val="0"/>
              </a:spcBef>
            </a:pPr>
          </a:p>
          <a:p>
            <a:pPr algn="l" marL="0" indent="0" lvl="0">
              <a:lnSpc>
                <a:spcPts val="2940"/>
              </a:lnSpc>
              <a:spcBef>
                <a:spcPct val="0"/>
              </a:spcBef>
            </a:pPr>
          </a:p>
          <a:p>
            <a:pPr algn="l" marL="0" indent="0" lvl="0">
              <a:lnSpc>
                <a:spcPts val="2940"/>
              </a:lnSpc>
              <a:spcBef>
                <a:spcPct val="0"/>
              </a:spcBef>
            </a:pPr>
            <a:r>
              <a:rPr lang="en-US" sz="2100" strike="noStrike" u="none">
                <a:solidFill>
                  <a:srgbClr val="FFFFFF"/>
                </a:solidFill>
                <a:latin typeface="Fira Code"/>
                <a:ea typeface="Fira Code"/>
                <a:cs typeface="Fira Code"/>
                <a:sym typeface="Fira Code"/>
              </a:rPr>
              <a:t>Begin with simple programs and gradually increase complexity as you become more comfortable with the language. Break down larger problems into smaller, manageable tasks to avoid feeling overwhelmed.</a:t>
            </a:r>
          </a:p>
          <a:p>
            <a:pPr algn="l" marL="0" indent="0" lvl="0">
              <a:lnSpc>
                <a:spcPts val="2940"/>
              </a:lnSpc>
              <a:spcBef>
                <a:spcPct val="0"/>
              </a:spcBef>
            </a:pPr>
          </a:p>
          <a:p>
            <a:pPr algn="l" marL="0" indent="0" lvl="0">
              <a:lnSpc>
                <a:spcPts val="2940"/>
              </a:lnSpc>
              <a:spcBef>
                <a:spcPct val="0"/>
              </a:spcBef>
            </a:pPr>
          </a:p>
        </p:txBody>
      </p:sp>
      <p:sp>
        <p:nvSpPr>
          <p:cNvPr name="TextBox 16" id="16"/>
          <p:cNvSpPr txBox="true"/>
          <p:nvPr/>
        </p:nvSpPr>
        <p:spPr>
          <a:xfrm rot="0">
            <a:off x="1028700" y="2054698"/>
            <a:ext cx="12848673" cy="1252126"/>
          </a:xfrm>
          <a:prstGeom prst="rect">
            <a:avLst/>
          </a:prstGeom>
        </p:spPr>
        <p:txBody>
          <a:bodyPr anchor="t" rtlCol="false" tIns="0" lIns="0" bIns="0" rIns="0">
            <a:spAutoFit/>
          </a:bodyPr>
          <a:lstStyle/>
          <a:p>
            <a:pPr algn="l" marL="0" indent="0" lvl="0">
              <a:lnSpc>
                <a:spcPts val="10260"/>
              </a:lnSpc>
              <a:spcBef>
                <a:spcPct val="0"/>
              </a:spcBef>
            </a:pPr>
            <a:r>
              <a:rPr lang="en-US" sz="7328">
                <a:solidFill>
                  <a:srgbClr val="FFC535"/>
                </a:solidFill>
                <a:latin typeface="Fira Code"/>
                <a:ea typeface="Fira Code"/>
                <a:cs typeface="Fira Code"/>
                <a:sym typeface="Fira Code"/>
              </a:rPr>
              <a:t>‘Recommendation{]</a:t>
            </a:r>
          </a:p>
        </p:txBody>
      </p:sp>
      <p:sp>
        <p:nvSpPr>
          <p:cNvPr name="TextBox 17" id="17"/>
          <p:cNvSpPr txBox="true"/>
          <p:nvPr/>
        </p:nvSpPr>
        <p:spPr>
          <a:xfrm rot="0">
            <a:off x="1233959" y="3789910"/>
            <a:ext cx="7637934" cy="894697"/>
          </a:xfrm>
          <a:prstGeom prst="rect">
            <a:avLst/>
          </a:prstGeom>
        </p:spPr>
        <p:txBody>
          <a:bodyPr anchor="t" rtlCol="false" tIns="0" lIns="0" bIns="0" rIns="0">
            <a:spAutoFit/>
          </a:bodyPr>
          <a:lstStyle/>
          <a:p>
            <a:pPr algn="l" marL="0" indent="0" lvl="0">
              <a:lnSpc>
                <a:spcPts val="7386"/>
              </a:lnSpc>
              <a:spcBef>
                <a:spcPct val="0"/>
              </a:spcBef>
            </a:pPr>
            <a:r>
              <a:rPr lang="en-US" sz="5275" strike="noStrike" u="none">
                <a:solidFill>
                  <a:srgbClr val="FFFFFF"/>
                </a:solidFill>
                <a:latin typeface="Fira Code"/>
                <a:ea typeface="Fira Code"/>
                <a:cs typeface="Fira Code"/>
                <a:sym typeface="Fira Code"/>
              </a:rPr>
              <a:t>Practice Regularly:</a:t>
            </a:r>
          </a:p>
        </p:txBody>
      </p:sp>
      <p:sp>
        <p:nvSpPr>
          <p:cNvPr name="TextBox 18" id="18"/>
          <p:cNvSpPr txBox="true"/>
          <p:nvPr/>
        </p:nvSpPr>
        <p:spPr>
          <a:xfrm rot="0">
            <a:off x="1233959" y="6540375"/>
            <a:ext cx="7910041" cy="894697"/>
          </a:xfrm>
          <a:prstGeom prst="rect">
            <a:avLst/>
          </a:prstGeom>
        </p:spPr>
        <p:txBody>
          <a:bodyPr anchor="t" rtlCol="false" tIns="0" lIns="0" bIns="0" rIns="0">
            <a:spAutoFit/>
          </a:bodyPr>
          <a:lstStyle/>
          <a:p>
            <a:pPr algn="l" marL="0" indent="0" lvl="0">
              <a:lnSpc>
                <a:spcPts val="7386"/>
              </a:lnSpc>
              <a:spcBef>
                <a:spcPct val="0"/>
              </a:spcBef>
            </a:pPr>
            <a:r>
              <a:rPr lang="en-US" sz="5275">
                <a:solidFill>
                  <a:srgbClr val="FFFFFF"/>
                </a:solidFill>
                <a:latin typeface="Fira Code"/>
                <a:ea typeface="Fira Code"/>
                <a:cs typeface="Fira Code"/>
                <a:sym typeface="Fira Code"/>
              </a:rPr>
              <a:t>Start Small:</a:t>
            </a:r>
          </a:p>
        </p:txBody>
      </p:sp>
      <p:sp>
        <p:nvSpPr>
          <p:cNvPr name="AutoShape 19" id="19"/>
          <p:cNvSpPr/>
          <p:nvPr/>
        </p:nvSpPr>
        <p:spPr>
          <a:xfrm>
            <a:off x="16005660" y="9799853"/>
            <a:ext cx="1892134" cy="0"/>
          </a:xfrm>
          <a:prstGeom prst="line">
            <a:avLst/>
          </a:prstGeom>
          <a:ln cap="flat" w="38100">
            <a:solidFill>
              <a:srgbClr val="FFFFFF"/>
            </a:solidFill>
            <a:prstDash val="solid"/>
            <a:headEnd type="none" len="sm" w="sm"/>
            <a:tailEnd type="arrow" len="sm" w="med"/>
          </a:ln>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635426" y="606641"/>
            <a:ext cx="17262368" cy="844118"/>
            <a:chOff x="0" y="0"/>
            <a:chExt cx="23016491" cy="1125490"/>
          </a:xfrm>
        </p:grpSpPr>
        <p:grpSp>
          <p:nvGrpSpPr>
            <p:cNvPr name="Group 3" id="3"/>
            <p:cNvGrpSpPr/>
            <p:nvPr/>
          </p:nvGrpSpPr>
          <p:grpSpPr>
            <a:xfrm rot="0">
              <a:off x="0" y="0"/>
              <a:ext cx="23016491" cy="1125490"/>
              <a:chOff x="0" y="0"/>
              <a:chExt cx="4546467" cy="222319"/>
            </a:xfrm>
          </p:grpSpPr>
          <p:sp>
            <p:nvSpPr>
              <p:cNvPr name="Freeform 4" id="4"/>
              <p:cNvSpPr/>
              <p:nvPr/>
            </p:nvSpPr>
            <p:spPr>
              <a:xfrm flipH="false" flipV="false" rot="0">
                <a:off x="0" y="0"/>
                <a:ext cx="4546467" cy="222319"/>
              </a:xfrm>
              <a:custGeom>
                <a:avLst/>
                <a:gdLst/>
                <a:ahLst/>
                <a:cxnLst/>
                <a:rect r="r" b="b" t="t" l="l"/>
                <a:pathLst>
                  <a:path h="222319" w="4546467">
                    <a:moveTo>
                      <a:pt x="22873" y="0"/>
                    </a:moveTo>
                    <a:lnTo>
                      <a:pt x="4523595" y="0"/>
                    </a:lnTo>
                    <a:cubicBezTo>
                      <a:pt x="4529661" y="0"/>
                      <a:pt x="4535479" y="2410"/>
                      <a:pt x="4539768" y="6699"/>
                    </a:cubicBezTo>
                    <a:cubicBezTo>
                      <a:pt x="4544058" y="10989"/>
                      <a:pt x="4546467" y="16807"/>
                      <a:pt x="4546467" y="22873"/>
                    </a:cubicBezTo>
                    <a:lnTo>
                      <a:pt x="4546467" y="199446"/>
                    </a:lnTo>
                    <a:cubicBezTo>
                      <a:pt x="4546467" y="212079"/>
                      <a:pt x="4536227" y="222319"/>
                      <a:pt x="4523595" y="222319"/>
                    </a:cubicBezTo>
                    <a:lnTo>
                      <a:pt x="22873" y="222319"/>
                    </a:lnTo>
                    <a:cubicBezTo>
                      <a:pt x="10240" y="222319"/>
                      <a:pt x="0" y="212079"/>
                      <a:pt x="0" y="199446"/>
                    </a:cubicBezTo>
                    <a:lnTo>
                      <a:pt x="0" y="22873"/>
                    </a:lnTo>
                    <a:cubicBezTo>
                      <a:pt x="0" y="10240"/>
                      <a:pt x="10240" y="0"/>
                      <a:pt x="22873" y="0"/>
                    </a:cubicBezTo>
                    <a:close/>
                  </a:path>
                </a:pathLst>
              </a:custGeom>
              <a:ln w="19050" cap="rnd">
                <a:solidFill>
                  <a:srgbClr val="FFFFFF"/>
                </a:solidFill>
                <a:prstDash val="solid"/>
                <a:round/>
              </a:ln>
            </p:spPr>
          </p:sp>
          <p:sp>
            <p:nvSpPr>
              <p:cNvPr name="TextBox 5" id="5"/>
              <p:cNvSpPr txBox="true"/>
              <p:nvPr/>
            </p:nvSpPr>
            <p:spPr>
              <a:xfrm>
                <a:off x="0" y="-38100"/>
                <a:ext cx="4546467" cy="260419"/>
              </a:xfrm>
              <a:prstGeom prst="rect">
                <a:avLst/>
              </a:prstGeom>
            </p:spPr>
            <p:txBody>
              <a:bodyPr anchor="ctr" rtlCol="false" tIns="50800" lIns="50800" bIns="50800" rIns="50800"/>
              <a:lstStyle/>
              <a:p>
                <a:pPr algn="ctr">
                  <a:lnSpc>
                    <a:spcPts val="2659"/>
                  </a:lnSpc>
                </a:pPr>
              </a:p>
            </p:txBody>
          </p:sp>
        </p:grpSp>
        <p:sp>
          <p:nvSpPr>
            <p:cNvPr name="AutoShape 6" id="6"/>
            <p:cNvSpPr/>
            <p:nvPr/>
          </p:nvSpPr>
          <p:spPr>
            <a:xfrm>
              <a:off x="22130073" y="368470"/>
              <a:ext cx="350965" cy="383162"/>
            </a:xfrm>
            <a:prstGeom prst="line">
              <a:avLst/>
            </a:prstGeom>
            <a:ln cap="rnd" w="25400">
              <a:solidFill>
                <a:srgbClr val="FFFFFF"/>
              </a:solidFill>
              <a:prstDash val="solid"/>
              <a:headEnd type="none" len="sm" w="sm"/>
              <a:tailEnd type="none" len="sm" w="sm"/>
            </a:ln>
          </p:spPr>
        </p:sp>
        <p:sp>
          <p:nvSpPr>
            <p:cNvPr name="AutoShape 7" id="7"/>
            <p:cNvSpPr/>
            <p:nvPr/>
          </p:nvSpPr>
          <p:spPr>
            <a:xfrm flipH="true">
              <a:off x="22130073" y="377728"/>
              <a:ext cx="339363" cy="373904"/>
            </a:xfrm>
            <a:prstGeom prst="line">
              <a:avLst/>
            </a:prstGeom>
            <a:ln cap="rnd" w="25400">
              <a:solidFill>
                <a:srgbClr val="FFFFFF"/>
              </a:solidFill>
              <a:prstDash val="solid"/>
              <a:headEnd type="none" len="sm" w="sm"/>
              <a:tailEnd type="none" len="sm" w="sm"/>
            </a:ln>
          </p:spPr>
        </p:sp>
        <p:sp>
          <p:nvSpPr>
            <p:cNvPr name="AutoShape 8" id="8"/>
            <p:cNvSpPr/>
            <p:nvPr/>
          </p:nvSpPr>
          <p:spPr>
            <a:xfrm>
              <a:off x="20624713" y="560051"/>
              <a:ext cx="501367" cy="0"/>
            </a:xfrm>
            <a:prstGeom prst="line">
              <a:avLst/>
            </a:prstGeom>
            <a:ln cap="rnd" w="25400">
              <a:solidFill>
                <a:srgbClr val="FFFFFF"/>
              </a:solidFill>
              <a:prstDash val="solid"/>
              <a:headEnd type="none" len="sm" w="sm"/>
              <a:tailEnd type="none" len="sm" w="sm"/>
            </a:ln>
          </p:spPr>
        </p:sp>
        <p:grpSp>
          <p:nvGrpSpPr>
            <p:cNvPr name="Group 9" id="9"/>
            <p:cNvGrpSpPr/>
            <p:nvPr/>
          </p:nvGrpSpPr>
          <p:grpSpPr>
            <a:xfrm rot="0">
              <a:off x="21430813" y="361957"/>
              <a:ext cx="385123" cy="389674"/>
              <a:chOff x="0" y="0"/>
              <a:chExt cx="76074" cy="76973"/>
            </a:xfrm>
          </p:grpSpPr>
          <p:sp>
            <p:nvSpPr>
              <p:cNvPr name="Freeform 10" id="10"/>
              <p:cNvSpPr/>
              <p:nvPr/>
            </p:nvSpPr>
            <p:spPr>
              <a:xfrm flipH="false" flipV="false" rot="0">
                <a:off x="0" y="0"/>
                <a:ext cx="76074" cy="76973"/>
              </a:xfrm>
              <a:custGeom>
                <a:avLst/>
                <a:gdLst/>
                <a:ahLst/>
                <a:cxnLst/>
                <a:rect r="r" b="b" t="t" l="l"/>
                <a:pathLst>
                  <a:path h="76973" w="76074">
                    <a:moveTo>
                      <a:pt x="38037" y="0"/>
                    </a:moveTo>
                    <a:lnTo>
                      <a:pt x="38037" y="0"/>
                    </a:lnTo>
                    <a:cubicBezTo>
                      <a:pt x="59044" y="0"/>
                      <a:pt x="76074" y="17030"/>
                      <a:pt x="76074" y="38037"/>
                    </a:cubicBezTo>
                    <a:lnTo>
                      <a:pt x="76074" y="38936"/>
                    </a:lnTo>
                    <a:cubicBezTo>
                      <a:pt x="76074" y="59943"/>
                      <a:pt x="59044" y="76973"/>
                      <a:pt x="38037" y="76973"/>
                    </a:cubicBezTo>
                    <a:lnTo>
                      <a:pt x="38037" y="76973"/>
                    </a:lnTo>
                    <a:cubicBezTo>
                      <a:pt x="17030" y="76973"/>
                      <a:pt x="0" y="59943"/>
                      <a:pt x="0" y="38936"/>
                    </a:cubicBezTo>
                    <a:lnTo>
                      <a:pt x="0" y="38037"/>
                    </a:lnTo>
                    <a:cubicBezTo>
                      <a:pt x="0" y="17030"/>
                      <a:pt x="17030" y="0"/>
                      <a:pt x="38037" y="0"/>
                    </a:cubicBezTo>
                    <a:close/>
                  </a:path>
                </a:pathLst>
              </a:custGeom>
              <a:ln w="28575" cap="sq">
                <a:solidFill>
                  <a:srgbClr val="FFFFFF"/>
                </a:solidFill>
                <a:prstDash val="solid"/>
                <a:miter/>
              </a:ln>
            </p:spPr>
          </p:sp>
          <p:sp>
            <p:nvSpPr>
              <p:cNvPr name="TextBox 11" id="11"/>
              <p:cNvSpPr txBox="true"/>
              <p:nvPr/>
            </p:nvSpPr>
            <p:spPr>
              <a:xfrm>
                <a:off x="0" y="-38100"/>
                <a:ext cx="76074" cy="115073"/>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524366" y="222809"/>
              <a:ext cx="7965546" cy="622723"/>
            </a:xfrm>
            <a:prstGeom prst="rect">
              <a:avLst/>
            </a:prstGeom>
          </p:spPr>
          <p:txBody>
            <a:bodyPr anchor="t" rtlCol="false" tIns="0" lIns="0" bIns="0" rIns="0">
              <a:spAutoFit/>
            </a:bodyPr>
            <a:lstStyle/>
            <a:p>
              <a:pPr algn="ctr">
                <a:lnSpc>
                  <a:spcPts val="3920"/>
                </a:lnSpc>
              </a:pPr>
              <a:r>
                <a:rPr lang="en-US" sz="2800">
                  <a:solidFill>
                    <a:srgbClr val="38B6FF"/>
                  </a:solidFill>
                  <a:latin typeface="Fira Code"/>
                  <a:ea typeface="Fira Code"/>
                  <a:cs typeface="Fira Code"/>
                  <a:sym typeface="Fira Code"/>
                </a:rPr>
                <a:t>&lt;Company&gt;</a:t>
              </a:r>
              <a:r>
                <a:rPr lang="en-US" sz="2800">
                  <a:solidFill>
                    <a:srgbClr val="FFFFFF"/>
                  </a:solidFill>
                  <a:latin typeface="Fira Code"/>
                  <a:ea typeface="Fira Code"/>
                  <a:cs typeface="Fira Code"/>
                  <a:sym typeface="Fira Code"/>
                </a:rPr>
                <a:t>           </a:t>
              </a:r>
              <a:r>
                <a:rPr lang="en-US" sz="2800">
                  <a:solidFill>
                    <a:srgbClr val="AB81FF"/>
                  </a:solidFill>
                  <a:latin typeface="Fira Code"/>
                  <a:ea typeface="Fira Code"/>
                  <a:cs typeface="Fira Code"/>
                  <a:sym typeface="Fira Code"/>
                </a:rPr>
                <a:t>&lt;Lesson&gt;</a:t>
              </a:r>
            </a:p>
          </p:txBody>
        </p:sp>
      </p:grpSp>
      <p:sp>
        <p:nvSpPr>
          <p:cNvPr name="Freeform 13" id="13"/>
          <p:cNvSpPr/>
          <p:nvPr/>
        </p:nvSpPr>
        <p:spPr>
          <a:xfrm flipH="false" flipV="false" rot="0">
            <a:off x="12375794" y="3574931"/>
            <a:ext cx="4709337" cy="5683369"/>
          </a:xfrm>
          <a:custGeom>
            <a:avLst/>
            <a:gdLst/>
            <a:ahLst/>
            <a:cxnLst/>
            <a:rect r="r" b="b" t="t" l="l"/>
            <a:pathLst>
              <a:path h="5683369" w="4709337">
                <a:moveTo>
                  <a:pt x="0" y="0"/>
                </a:moveTo>
                <a:lnTo>
                  <a:pt x="4709337" y="0"/>
                </a:lnTo>
                <a:lnTo>
                  <a:pt x="4709337" y="5683369"/>
                </a:lnTo>
                <a:lnTo>
                  <a:pt x="0" y="5683369"/>
                </a:lnTo>
                <a:lnTo>
                  <a:pt x="0" y="0"/>
                </a:lnTo>
                <a:close/>
              </a:path>
            </a:pathLst>
          </a:custGeom>
          <a:blipFill>
            <a:blip r:embed="rId2"/>
            <a:stretch>
              <a:fillRect l="0" t="0" r="0" b="0"/>
            </a:stretch>
          </a:blipFill>
        </p:spPr>
      </p:sp>
      <p:sp>
        <p:nvSpPr>
          <p:cNvPr name="Freeform 14" id="14"/>
          <p:cNvSpPr/>
          <p:nvPr/>
        </p:nvSpPr>
        <p:spPr>
          <a:xfrm flipH="true" flipV="true" rot="-5400000">
            <a:off x="3302655" y="-3708842"/>
            <a:ext cx="11927910" cy="18533220"/>
          </a:xfrm>
          <a:custGeom>
            <a:avLst/>
            <a:gdLst/>
            <a:ahLst/>
            <a:cxnLst/>
            <a:rect r="r" b="b" t="t" l="l"/>
            <a:pathLst>
              <a:path h="18533220" w="11927910">
                <a:moveTo>
                  <a:pt x="11927910" y="18533220"/>
                </a:moveTo>
                <a:lnTo>
                  <a:pt x="0" y="18533220"/>
                </a:lnTo>
                <a:lnTo>
                  <a:pt x="0" y="0"/>
                </a:lnTo>
                <a:lnTo>
                  <a:pt x="11927910" y="0"/>
                </a:lnTo>
                <a:lnTo>
                  <a:pt x="11927910" y="18533220"/>
                </a:lnTo>
                <a:close/>
              </a:path>
            </a:pathLst>
          </a:custGeom>
          <a:blipFill>
            <a:blip r:embed="rId3">
              <a:alphaModFix amt="50000"/>
            </a:blip>
            <a:stretch>
              <a:fillRect l="0" t="-7208" r="0" b="-7208"/>
            </a:stretch>
          </a:blipFill>
        </p:spPr>
      </p:sp>
      <p:sp>
        <p:nvSpPr>
          <p:cNvPr name="TextBox 15" id="15"/>
          <p:cNvSpPr txBox="true"/>
          <p:nvPr/>
        </p:nvSpPr>
        <p:spPr>
          <a:xfrm rot="0">
            <a:off x="1028700" y="1893971"/>
            <a:ext cx="17259300" cy="2547526"/>
          </a:xfrm>
          <a:prstGeom prst="rect">
            <a:avLst/>
          </a:prstGeom>
        </p:spPr>
        <p:txBody>
          <a:bodyPr anchor="t" rtlCol="false" tIns="0" lIns="0" bIns="0" rIns="0">
            <a:spAutoFit/>
          </a:bodyPr>
          <a:lstStyle/>
          <a:p>
            <a:pPr algn="l" marL="0" indent="0" lvl="0">
              <a:lnSpc>
                <a:spcPts val="10260"/>
              </a:lnSpc>
              <a:spcBef>
                <a:spcPct val="0"/>
              </a:spcBef>
            </a:pPr>
            <a:r>
              <a:rPr lang="en-US" sz="7328" strike="noStrike" u="none">
                <a:solidFill>
                  <a:srgbClr val="FFFFFF"/>
                </a:solidFill>
                <a:latin typeface="Fira Code"/>
                <a:ea typeface="Fira Code"/>
                <a:cs typeface="Fira Code"/>
                <a:sym typeface="Fira Code"/>
              </a:rPr>
              <a:t>Practical }Exercise: Simple Calculator </a:t>
            </a:r>
            <a:r>
              <a:rPr lang="en-US" sz="7328" strike="noStrike" u="none">
                <a:solidFill>
                  <a:srgbClr val="38B6FF"/>
                </a:solidFill>
                <a:latin typeface="Fira Code"/>
                <a:ea typeface="Fira Code"/>
                <a:cs typeface="Fira Code"/>
                <a:sym typeface="Fira Code"/>
              </a:rPr>
              <a:t>`Program</a:t>
            </a:r>
          </a:p>
        </p:txBody>
      </p:sp>
      <p:sp>
        <p:nvSpPr>
          <p:cNvPr name="TextBox 16" id="16"/>
          <p:cNvSpPr txBox="true"/>
          <p:nvPr/>
        </p:nvSpPr>
        <p:spPr>
          <a:xfrm rot="0">
            <a:off x="1028700" y="5326009"/>
            <a:ext cx="10731146" cy="3337560"/>
          </a:xfrm>
          <a:prstGeom prst="rect">
            <a:avLst/>
          </a:prstGeom>
        </p:spPr>
        <p:txBody>
          <a:bodyPr anchor="t" rtlCol="false" tIns="0" lIns="0" bIns="0" rIns="0">
            <a:spAutoFit/>
          </a:bodyPr>
          <a:lstStyle/>
          <a:p>
            <a:pPr algn="l">
              <a:lnSpc>
                <a:spcPts val="2939"/>
              </a:lnSpc>
              <a:spcBef>
                <a:spcPct val="0"/>
              </a:spcBef>
            </a:pPr>
            <a:r>
              <a:rPr lang="en-US" sz="2099">
                <a:solidFill>
                  <a:srgbClr val="FFFFFF"/>
                </a:solidFill>
                <a:latin typeface="Fira Code"/>
                <a:ea typeface="Fira Code"/>
                <a:cs typeface="Fira Code"/>
                <a:sym typeface="Fira Code"/>
              </a:rPr>
              <a:t>Here's a step-by-step guide to building the calculator program:</a:t>
            </a:r>
          </a:p>
          <a:p>
            <a:pPr algn="l">
              <a:lnSpc>
                <a:spcPts val="2939"/>
              </a:lnSpc>
              <a:spcBef>
                <a:spcPct val="0"/>
              </a:spcBef>
            </a:pPr>
          </a:p>
          <a:p>
            <a:pPr algn="l">
              <a:lnSpc>
                <a:spcPts val="2939"/>
              </a:lnSpc>
              <a:spcBef>
                <a:spcPct val="0"/>
              </a:spcBef>
            </a:pPr>
            <a:r>
              <a:rPr lang="en-US" sz="2099">
                <a:solidFill>
                  <a:srgbClr val="FFFFFF"/>
                </a:solidFill>
                <a:latin typeface="Fira Code"/>
                <a:ea typeface="Fira Code"/>
                <a:cs typeface="Fira Code"/>
                <a:sym typeface="Fira Code"/>
              </a:rPr>
              <a:t>Prompt User for Input: Ask the user to enter the first number, the operator (+, -, *, or /), and the second number.</a:t>
            </a:r>
          </a:p>
          <a:p>
            <a:pPr algn="l">
              <a:lnSpc>
                <a:spcPts val="2939"/>
              </a:lnSpc>
              <a:spcBef>
                <a:spcPct val="0"/>
              </a:spcBef>
            </a:pPr>
          </a:p>
          <a:p>
            <a:pPr algn="l">
              <a:lnSpc>
                <a:spcPts val="2939"/>
              </a:lnSpc>
              <a:spcBef>
                <a:spcPct val="0"/>
              </a:spcBef>
            </a:pPr>
            <a:r>
              <a:rPr lang="en-US" sz="2099">
                <a:solidFill>
                  <a:srgbClr val="FFFFFF"/>
                </a:solidFill>
                <a:latin typeface="Fira Code"/>
                <a:ea typeface="Fira Code"/>
                <a:cs typeface="Fira Code"/>
                <a:sym typeface="Fira Code"/>
              </a:rPr>
              <a:t>Perform Calculation: Based on the operator entered by the user, perform the corresponding arithmetic operation on the two numbers.</a:t>
            </a:r>
          </a:p>
          <a:p>
            <a:pPr algn="l">
              <a:lnSpc>
                <a:spcPts val="2939"/>
              </a:lnSpc>
              <a:spcBef>
                <a:spcPct val="0"/>
              </a:spcBef>
            </a:pPr>
          </a:p>
          <a:p>
            <a:pPr algn="l">
              <a:lnSpc>
                <a:spcPts val="2939"/>
              </a:lnSpc>
              <a:spcBef>
                <a:spcPct val="0"/>
              </a:spcBef>
            </a:pPr>
            <a:r>
              <a:rPr lang="en-US" sz="2099">
                <a:solidFill>
                  <a:srgbClr val="FFFFFF"/>
                </a:solidFill>
                <a:latin typeface="Fira Code"/>
                <a:ea typeface="Fira Code"/>
                <a:cs typeface="Fira Code"/>
                <a:sym typeface="Fira Code"/>
              </a:rPr>
              <a:t>Display Result: Output the result of the calculation to the user.</a:t>
            </a:r>
          </a:p>
        </p:txBody>
      </p:sp>
      <p:sp>
        <p:nvSpPr>
          <p:cNvPr name="AutoShape 17" id="17"/>
          <p:cNvSpPr/>
          <p:nvPr/>
        </p:nvSpPr>
        <p:spPr>
          <a:xfrm>
            <a:off x="16005660" y="9799853"/>
            <a:ext cx="1892134" cy="0"/>
          </a:xfrm>
          <a:prstGeom prst="line">
            <a:avLst/>
          </a:prstGeom>
          <a:ln cap="flat" w="38100">
            <a:solidFill>
              <a:srgbClr val="FFFFFF"/>
            </a:solidFill>
            <a:prstDash val="solid"/>
            <a:headEnd type="none" len="sm" w="sm"/>
            <a:tailEnd type="arrow" len="sm" w="med"/>
          </a:ln>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3302655" y="-3708842"/>
            <a:ext cx="11927910" cy="18533220"/>
          </a:xfrm>
          <a:custGeom>
            <a:avLst/>
            <a:gdLst/>
            <a:ahLst/>
            <a:cxnLst/>
            <a:rect r="r" b="b" t="t" l="l"/>
            <a:pathLst>
              <a:path h="18533220" w="11927910">
                <a:moveTo>
                  <a:pt x="0" y="0"/>
                </a:moveTo>
                <a:lnTo>
                  <a:pt x="11927910" y="0"/>
                </a:lnTo>
                <a:lnTo>
                  <a:pt x="11927910" y="18533220"/>
                </a:lnTo>
                <a:lnTo>
                  <a:pt x="0" y="18533220"/>
                </a:lnTo>
                <a:lnTo>
                  <a:pt x="0" y="0"/>
                </a:lnTo>
                <a:close/>
              </a:path>
            </a:pathLst>
          </a:custGeom>
          <a:blipFill>
            <a:blip r:embed="rId2">
              <a:alphaModFix amt="50000"/>
            </a:blip>
            <a:stretch>
              <a:fillRect l="0" t="-7208" r="0" b="-7208"/>
            </a:stretch>
          </a:blipFill>
        </p:spPr>
      </p:sp>
      <p:grpSp>
        <p:nvGrpSpPr>
          <p:cNvPr name="Group 3" id="3"/>
          <p:cNvGrpSpPr/>
          <p:nvPr/>
        </p:nvGrpSpPr>
        <p:grpSpPr>
          <a:xfrm rot="0">
            <a:off x="635426" y="606641"/>
            <a:ext cx="17262368" cy="844118"/>
            <a:chOff x="0" y="0"/>
            <a:chExt cx="23016491" cy="1125490"/>
          </a:xfrm>
        </p:grpSpPr>
        <p:grpSp>
          <p:nvGrpSpPr>
            <p:cNvPr name="Group 4" id="4"/>
            <p:cNvGrpSpPr/>
            <p:nvPr/>
          </p:nvGrpSpPr>
          <p:grpSpPr>
            <a:xfrm rot="0">
              <a:off x="0" y="0"/>
              <a:ext cx="23016491" cy="1125490"/>
              <a:chOff x="0" y="0"/>
              <a:chExt cx="4546467" cy="222319"/>
            </a:xfrm>
          </p:grpSpPr>
          <p:sp>
            <p:nvSpPr>
              <p:cNvPr name="Freeform 5" id="5"/>
              <p:cNvSpPr/>
              <p:nvPr/>
            </p:nvSpPr>
            <p:spPr>
              <a:xfrm flipH="false" flipV="false" rot="0">
                <a:off x="0" y="0"/>
                <a:ext cx="4546467" cy="222319"/>
              </a:xfrm>
              <a:custGeom>
                <a:avLst/>
                <a:gdLst/>
                <a:ahLst/>
                <a:cxnLst/>
                <a:rect r="r" b="b" t="t" l="l"/>
                <a:pathLst>
                  <a:path h="222319" w="4546467">
                    <a:moveTo>
                      <a:pt x="22873" y="0"/>
                    </a:moveTo>
                    <a:lnTo>
                      <a:pt x="4523595" y="0"/>
                    </a:lnTo>
                    <a:cubicBezTo>
                      <a:pt x="4529661" y="0"/>
                      <a:pt x="4535479" y="2410"/>
                      <a:pt x="4539768" y="6699"/>
                    </a:cubicBezTo>
                    <a:cubicBezTo>
                      <a:pt x="4544058" y="10989"/>
                      <a:pt x="4546467" y="16807"/>
                      <a:pt x="4546467" y="22873"/>
                    </a:cubicBezTo>
                    <a:lnTo>
                      <a:pt x="4546467" y="199446"/>
                    </a:lnTo>
                    <a:cubicBezTo>
                      <a:pt x="4546467" y="212079"/>
                      <a:pt x="4536227" y="222319"/>
                      <a:pt x="4523595" y="222319"/>
                    </a:cubicBezTo>
                    <a:lnTo>
                      <a:pt x="22873" y="222319"/>
                    </a:lnTo>
                    <a:cubicBezTo>
                      <a:pt x="10240" y="222319"/>
                      <a:pt x="0" y="212079"/>
                      <a:pt x="0" y="199446"/>
                    </a:cubicBezTo>
                    <a:lnTo>
                      <a:pt x="0" y="22873"/>
                    </a:lnTo>
                    <a:cubicBezTo>
                      <a:pt x="0" y="10240"/>
                      <a:pt x="10240" y="0"/>
                      <a:pt x="22873" y="0"/>
                    </a:cubicBezTo>
                    <a:close/>
                  </a:path>
                </a:pathLst>
              </a:custGeom>
              <a:ln w="19050" cap="rnd">
                <a:solidFill>
                  <a:srgbClr val="FFFFFF"/>
                </a:solidFill>
                <a:prstDash val="solid"/>
                <a:round/>
              </a:ln>
            </p:spPr>
          </p:sp>
          <p:sp>
            <p:nvSpPr>
              <p:cNvPr name="TextBox 6" id="6"/>
              <p:cNvSpPr txBox="true"/>
              <p:nvPr/>
            </p:nvSpPr>
            <p:spPr>
              <a:xfrm>
                <a:off x="0" y="-38100"/>
                <a:ext cx="4546467" cy="260419"/>
              </a:xfrm>
              <a:prstGeom prst="rect">
                <a:avLst/>
              </a:prstGeom>
            </p:spPr>
            <p:txBody>
              <a:bodyPr anchor="ctr" rtlCol="false" tIns="50800" lIns="50800" bIns="50800" rIns="50800"/>
              <a:lstStyle/>
              <a:p>
                <a:pPr algn="ctr">
                  <a:lnSpc>
                    <a:spcPts val="2659"/>
                  </a:lnSpc>
                </a:pPr>
              </a:p>
            </p:txBody>
          </p:sp>
        </p:grpSp>
        <p:sp>
          <p:nvSpPr>
            <p:cNvPr name="AutoShape 7" id="7"/>
            <p:cNvSpPr/>
            <p:nvPr/>
          </p:nvSpPr>
          <p:spPr>
            <a:xfrm>
              <a:off x="22130073" y="368470"/>
              <a:ext cx="350965" cy="383162"/>
            </a:xfrm>
            <a:prstGeom prst="line">
              <a:avLst/>
            </a:prstGeom>
            <a:ln cap="rnd" w="25400">
              <a:solidFill>
                <a:srgbClr val="FFFFFF"/>
              </a:solidFill>
              <a:prstDash val="solid"/>
              <a:headEnd type="none" len="sm" w="sm"/>
              <a:tailEnd type="none" len="sm" w="sm"/>
            </a:ln>
          </p:spPr>
        </p:sp>
        <p:sp>
          <p:nvSpPr>
            <p:cNvPr name="AutoShape 8" id="8"/>
            <p:cNvSpPr/>
            <p:nvPr/>
          </p:nvSpPr>
          <p:spPr>
            <a:xfrm flipH="true">
              <a:off x="22130073" y="377728"/>
              <a:ext cx="339363" cy="373904"/>
            </a:xfrm>
            <a:prstGeom prst="line">
              <a:avLst/>
            </a:prstGeom>
            <a:ln cap="rnd" w="25400">
              <a:solidFill>
                <a:srgbClr val="FFFFFF"/>
              </a:solidFill>
              <a:prstDash val="solid"/>
              <a:headEnd type="none" len="sm" w="sm"/>
              <a:tailEnd type="none" len="sm" w="sm"/>
            </a:ln>
          </p:spPr>
        </p:sp>
        <p:sp>
          <p:nvSpPr>
            <p:cNvPr name="AutoShape 9" id="9"/>
            <p:cNvSpPr/>
            <p:nvPr/>
          </p:nvSpPr>
          <p:spPr>
            <a:xfrm>
              <a:off x="20624713" y="560051"/>
              <a:ext cx="501367" cy="0"/>
            </a:xfrm>
            <a:prstGeom prst="line">
              <a:avLst/>
            </a:prstGeom>
            <a:ln cap="rnd" w="25400">
              <a:solidFill>
                <a:srgbClr val="FFFFFF"/>
              </a:solidFill>
              <a:prstDash val="solid"/>
              <a:headEnd type="none" len="sm" w="sm"/>
              <a:tailEnd type="none" len="sm" w="sm"/>
            </a:ln>
          </p:spPr>
        </p:sp>
        <p:grpSp>
          <p:nvGrpSpPr>
            <p:cNvPr name="Group 10" id="10"/>
            <p:cNvGrpSpPr/>
            <p:nvPr/>
          </p:nvGrpSpPr>
          <p:grpSpPr>
            <a:xfrm rot="0">
              <a:off x="21430813" y="361957"/>
              <a:ext cx="385123" cy="389674"/>
              <a:chOff x="0" y="0"/>
              <a:chExt cx="76074" cy="76973"/>
            </a:xfrm>
          </p:grpSpPr>
          <p:sp>
            <p:nvSpPr>
              <p:cNvPr name="Freeform 11" id="11"/>
              <p:cNvSpPr/>
              <p:nvPr/>
            </p:nvSpPr>
            <p:spPr>
              <a:xfrm flipH="false" flipV="false" rot="0">
                <a:off x="0" y="0"/>
                <a:ext cx="76074" cy="76973"/>
              </a:xfrm>
              <a:custGeom>
                <a:avLst/>
                <a:gdLst/>
                <a:ahLst/>
                <a:cxnLst/>
                <a:rect r="r" b="b" t="t" l="l"/>
                <a:pathLst>
                  <a:path h="76973" w="76074">
                    <a:moveTo>
                      <a:pt x="38037" y="0"/>
                    </a:moveTo>
                    <a:lnTo>
                      <a:pt x="38037" y="0"/>
                    </a:lnTo>
                    <a:cubicBezTo>
                      <a:pt x="59044" y="0"/>
                      <a:pt x="76074" y="17030"/>
                      <a:pt x="76074" y="38037"/>
                    </a:cubicBezTo>
                    <a:lnTo>
                      <a:pt x="76074" y="38936"/>
                    </a:lnTo>
                    <a:cubicBezTo>
                      <a:pt x="76074" y="59943"/>
                      <a:pt x="59044" y="76973"/>
                      <a:pt x="38037" y="76973"/>
                    </a:cubicBezTo>
                    <a:lnTo>
                      <a:pt x="38037" y="76973"/>
                    </a:lnTo>
                    <a:cubicBezTo>
                      <a:pt x="17030" y="76973"/>
                      <a:pt x="0" y="59943"/>
                      <a:pt x="0" y="38936"/>
                    </a:cubicBezTo>
                    <a:lnTo>
                      <a:pt x="0" y="38037"/>
                    </a:lnTo>
                    <a:cubicBezTo>
                      <a:pt x="0" y="17030"/>
                      <a:pt x="17030" y="0"/>
                      <a:pt x="38037" y="0"/>
                    </a:cubicBezTo>
                    <a:close/>
                  </a:path>
                </a:pathLst>
              </a:custGeom>
              <a:ln w="28575" cap="sq">
                <a:solidFill>
                  <a:srgbClr val="FFFFFF"/>
                </a:solidFill>
                <a:prstDash val="solid"/>
                <a:miter/>
              </a:ln>
            </p:spPr>
          </p:sp>
          <p:sp>
            <p:nvSpPr>
              <p:cNvPr name="TextBox 12" id="12"/>
              <p:cNvSpPr txBox="true"/>
              <p:nvPr/>
            </p:nvSpPr>
            <p:spPr>
              <a:xfrm>
                <a:off x="0" y="-38100"/>
                <a:ext cx="76074" cy="115073"/>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524366" y="222809"/>
              <a:ext cx="7965546" cy="622723"/>
            </a:xfrm>
            <a:prstGeom prst="rect">
              <a:avLst/>
            </a:prstGeom>
          </p:spPr>
          <p:txBody>
            <a:bodyPr anchor="t" rtlCol="false" tIns="0" lIns="0" bIns="0" rIns="0">
              <a:spAutoFit/>
            </a:bodyPr>
            <a:lstStyle/>
            <a:p>
              <a:pPr algn="ctr">
                <a:lnSpc>
                  <a:spcPts val="3920"/>
                </a:lnSpc>
              </a:pPr>
              <a:r>
                <a:rPr lang="en-US" sz="2800">
                  <a:solidFill>
                    <a:srgbClr val="38B6FF"/>
                  </a:solidFill>
                  <a:latin typeface="Fira Code"/>
                  <a:ea typeface="Fira Code"/>
                  <a:cs typeface="Fira Code"/>
                  <a:sym typeface="Fira Code"/>
                </a:rPr>
                <a:t>&lt;Company&gt;</a:t>
              </a:r>
              <a:r>
                <a:rPr lang="en-US" sz="2800">
                  <a:solidFill>
                    <a:srgbClr val="FFFFFF"/>
                  </a:solidFill>
                  <a:latin typeface="Fira Code"/>
                  <a:ea typeface="Fira Code"/>
                  <a:cs typeface="Fira Code"/>
                  <a:sym typeface="Fira Code"/>
                </a:rPr>
                <a:t>           </a:t>
              </a:r>
              <a:r>
                <a:rPr lang="en-US" sz="2800">
                  <a:solidFill>
                    <a:srgbClr val="AB81FF"/>
                  </a:solidFill>
                  <a:latin typeface="Fira Code"/>
                  <a:ea typeface="Fira Code"/>
                  <a:cs typeface="Fira Code"/>
                  <a:sym typeface="Fira Code"/>
                </a:rPr>
                <a:t>&lt;Lesson&gt;</a:t>
              </a:r>
            </a:p>
          </p:txBody>
        </p:sp>
      </p:grpSp>
      <p:sp>
        <p:nvSpPr>
          <p:cNvPr name="Freeform 14" id="14"/>
          <p:cNvSpPr/>
          <p:nvPr/>
        </p:nvSpPr>
        <p:spPr>
          <a:xfrm flipH="false" flipV="false" rot="0">
            <a:off x="11610447" y="3249659"/>
            <a:ext cx="5439404" cy="6442001"/>
          </a:xfrm>
          <a:custGeom>
            <a:avLst/>
            <a:gdLst/>
            <a:ahLst/>
            <a:cxnLst/>
            <a:rect r="r" b="b" t="t" l="l"/>
            <a:pathLst>
              <a:path h="6442001" w="5439404">
                <a:moveTo>
                  <a:pt x="0" y="0"/>
                </a:moveTo>
                <a:lnTo>
                  <a:pt x="5439404" y="0"/>
                </a:lnTo>
                <a:lnTo>
                  <a:pt x="5439404" y="6442000"/>
                </a:lnTo>
                <a:lnTo>
                  <a:pt x="0" y="6442000"/>
                </a:lnTo>
                <a:lnTo>
                  <a:pt x="0" y="0"/>
                </a:lnTo>
                <a:close/>
              </a:path>
            </a:pathLst>
          </a:custGeom>
          <a:blipFill>
            <a:blip r:embed="rId3"/>
            <a:stretch>
              <a:fillRect l="-202182" t="-51890" r="-158546" b="-66935"/>
            </a:stretch>
          </a:blipFill>
        </p:spPr>
      </p:sp>
      <p:sp>
        <p:nvSpPr>
          <p:cNvPr name="TextBox 15" id="15"/>
          <p:cNvSpPr txBox="true"/>
          <p:nvPr/>
        </p:nvSpPr>
        <p:spPr>
          <a:xfrm rot="0">
            <a:off x="1028700" y="1740147"/>
            <a:ext cx="15078009" cy="1252126"/>
          </a:xfrm>
          <a:prstGeom prst="rect">
            <a:avLst/>
          </a:prstGeom>
        </p:spPr>
        <p:txBody>
          <a:bodyPr anchor="t" rtlCol="false" tIns="0" lIns="0" bIns="0" rIns="0">
            <a:spAutoFit/>
          </a:bodyPr>
          <a:lstStyle/>
          <a:p>
            <a:pPr algn="l" marL="0" indent="0" lvl="0">
              <a:lnSpc>
                <a:spcPts val="10260"/>
              </a:lnSpc>
              <a:spcBef>
                <a:spcPct val="0"/>
              </a:spcBef>
            </a:pPr>
            <a:r>
              <a:rPr lang="en-US" sz="7328" strike="noStrike" u="none">
                <a:solidFill>
                  <a:srgbClr val="FFFFFF"/>
                </a:solidFill>
                <a:latin typeface="Fira Code"/>
                <a:ea typeface="Fira Code"/>
                <a:cs typeface="Fira Code"/>
                <a:sym typeface="Fira Code"/>
              </a:rPr>
              <a:t>Simple} </a:t>
            </a:r>
            <a:r>
              <a:rPr lang="en-US" sz="7328" strike="noStrike" u="none">
                <a:solidFill>
                  <a:srgbClr val="FF5858"/>
                </a:solidFill>
                <a:latin typeface="Fira Code"/>
                <a:ea typeface="Fira Code"/>
                <a:cs typeface="Fira Code"/>
                <a:sym typeface="Fira Code"/>
              </a:rPr>
              <a:t>Calculator `Program</a:t>
            </a:r>
          </a:p>
        </p:txBody>
      </p:sp>
      <p:sp>
        <p:nvSpPr>
          <p:cNvPr name="TextBox 16" id="16"/>
          <p:cNvSpPr txBox="true"/>
          <p:nvPr/>
        </p:nvSpPr>
        <p:spPr>
          <a:xfrm rot="0">
            <a:off x="1021524" y="4035116"/>
            <a:ext cx="8245086" cy="4823460"/>
          </a:xfrm>
          <a:prstGeom prst="rect">
            <a:avLst/>
          </a:prstGeom>
        </p:spPr>
        <p:txBody>
          <a:bodyPr anchor="t" rtlCol="false" tIns="0" lIns="0" bIns="0" rIns="0">
            <a:spAutoFit/>
          </a:bodyPr>
          <a:lstStyle/>
          <a:p>
            <a:pPr algn="l">
              <a:lnSpc>
                <a:spcPts val="2939"/>
              </a:lnSpc>
              <a:spcBef>
                <a:spcPct val="0"/>
              </a:spcBef>
            </a:pPr>
          </a:p>
          <a:p>
            <a:pPr algn="l">
              <a:lnSpc>
                <a:spcPts val="2939"/>
              </a:lnSpc>
              <a:spcBef>
                <a:spcPct val="0"/>
              </a:spcBef>
            </a:pPr>
          </a:p>
          <a:p>
            <a:pPr algn="l">
              <a:lnSpc>
                <a:spcPts val="2939"/>
              </a:lnSpc>
              <a:spcBef>
                <a:spcPct val="0"/>
              </a:spcBef>
            </a:pPr>
            <a:r>
              <a:rPr lang="en-US" sz="2099">
                <a:solidFill>
                  <a:srgbClr val="FFFFFF"/>
                </a:solidFill>
                <a:latin typeface="Fira Code"/>
                <a:ea typeface="Fira Code"/>
                <a:cs typeface="Fira Code"/>
                <a:sym typeface="Fira Code"/>
              </a:rPr>
              <a:t>Copy the code into a Python environment or editor.</a:t>
            </a:r>
          </a:p>
          <a:p>
            <a:pPr algn="l">
              <a:lnSpc>
                <a:spcPts val="2939"/>
              </a:lnSpc>
              <a:spcBef>
                <a:spcPct val="0"/>
              </a:spcBef>
            </a:pPr>
            <a:r>
              <a:rPr lang="en-US" sz="2099">
                <a:solidFill>
                  <a:srgbClr val="FFFFFF"/>
                </a:solidFill>
                <a:latin typeface="Fira Code"/>
                <a:ea typeface="Fira Code"/>
                <a:cs typeface="Fira Code"/>
                <a:sym typeface="Fira Code"/>
              </a:rPr>
              <a:t>Run the program.</a:t>
            </a:r>
          </a:p>
          <a:p>
            <a:pPr algn="l">
              <a:lnSpc>
                <a:spcPts val="2939"/>
              </a:lnSpc>
              <a:spcBef>
                <a:spcPct val="0"/>
              </a:spcBef>
            </a:pPr>
            <a:r>
              <a:rPr lang="en-US" sz="2099">
                <a:solidFill>
                  <a:srgbClr val="FFFFFF"/>
                </a:solidFill>
                <a:latin typeface="Fira Code"/>
                <a:ea typeface="Fira Code"/>
                <a:cs typeface="Fira Code"/>
                <a:sym typeface="Fira Code"/>
              </a:rPr>
              <a:t>Enter the numbers and operator as prompted.</a:t>
            </a:r>
          </a:p>
          <a:p>
            <a:pPr algn="l">
              <a:lnSpc>
                <a:spcPts val="2939"/>
              </a:lnSpc>
              <a:spcBef>
                <a:spcPct val="0"/>
              </a:spcBef>
            </a:pPr>
            <a:r>
              <a:rPr lang="en-US" sz="2099">
                <a:solidFill>
                  <a:srgbClr val="FFFFFF"/>
                </a:solidFill>
                <a:latin typeface="Fira Code"/>
                <a:ea typeface="Fira Code"/>
                <a:cs typeface="Fira Code"/>
                <a:sym typeface="Fira Code"/>
              </a:rPr>
              <a:t>View the result and decide whether to perform another calculation or exit the program.</a:t>
            </a:r>
          </a:p>
          <a:p>
            <a:pPr algn="l">
              <a:lnSpc>
                <a:spcPts val="2939"/>
              </a:lnSpc>
              <a:spcBef>
                <a:spcPct val="0"/>
              </a:spcBef>
            </a:pPr>
            <a:r>
              <a:rPr lang="en-US" sz="2099">
                <a:solidFill>
                  <a:srgbClr val="FFFFFF"/>
                </a:solidFill>
                <a:latin typeface="Fira Code"/>
                <a:ea typeface="Fira Code"/>
                <a:cs typeface="Fira Code"/>
                <a:sym typeface="Fira Code"/>
              </a:rPr>
              <a:t>This exercise provides a hands-on opportunity to apply basic programming concepts such as user input, conditional statements, and functions. Feel free to modify and expand upon the program to add more functionality or improve its user experience. Happy coding!</a:t>
            </a:r>
          </a:p>
        </p:txBody>
      </p:sp>
      <p:sp>
        <p:nvSpPr>
          <p:cNvPr name="TextBox 17" id="17"/>
          <p:cNvSpPr txBox="true"/>
          <p:nvPr/>
        </p:nvSpPr>
        <p:spPr>
          <a:xfrm rot="0">
            <a:off x="1028700" y="3587768"/>
            <a:ext cx="9648163" cy="894697"/>
          </a:xfrm>
          <a:prstGeom prst="rect">
            <a:avLst/>
          </a:prstGeom>
        </p:spPr>
        <p:txBody>
          <a:bodyPr anchor="t" rtlCol="false" tIns="0" lIns="0" bIns="0" rIns="0">
            <a:spAutoFit/>
          </a:bodyPr>
          <a:lstStyle/>
          <a:p>
            <a:pPr algn="l" marL="0" indent="0" lvl="0">
              <a:lnSpc>
                <a:spcPts val="7386"/>
              </a:lnSpc>
              <a:spcBef>
                <a:spcPct val="0"/>
              </a:spcBef>
            </a:pPr>
            <a:r>
              <a:rPr lang="en-US" sz="5275" strike="noStrike" u="none">
                <a:solidFill>
                  <a:srgbClr val="FFFFFF"/>
                </a:solidFill>
                <a:latin typeface="Fira Code"/>
                <a:ea typeface="Fira Code"/>
                <a:cs typeface="Fira Code"/>
                <a:sym typeface="Fira Code"/>
              </a:rPr>
              <a:t>To try out this program:</a:t>
            </a:r>
          </a:p>
        </p:txBody>
      </p:sp>
      <p:sp>
        <p:nvSpPr>
          <p:cNvPr name="AutoShape 18" id="18"/>
          <p:cNvSpPr/>
          <p:nvPr/>
        </p:nvSpPr>
        <p:spPr>
          <a:xfrm>
            <a:off x="16005660" y="9799853"/>
            <a:ext cx="1892134" cy="0"/>
          </a:xfrm>
          <a:prstGeom prst="line">
            <a:avLst/>
          </a:prstGeom>
          <a:ln cap="flat" w="38100">
            <a:solidFill>
              <a:srgbClr val="FFFFFF"/>
            </a:solidFill>
            <a:prstDash val="solid"/>
            <a:headEnd type="none" len="sm" w="sm"/>
            <a:tailEnd type="arrow" len="sm" w="med"/>
          </a:ln>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3302655" y="-4943565"/>
            <a:ext cx="11927910" cy="18533220"/>
          </a:xfrm>
          <a:custGeom>
            <a:avLst/>
            <a:gdLst/>
            <a:ahLst/>
            <a:cxnLst/>
            <a:rect r="r" b="b" t="t" l="l"/>
            <a:pathLst>
              <a:path h="18533220" w="11927910">
                <a:moveTo>
                  <a:pt x="0" y="0"/>
                </a:moveTo>
                <a:lnTo>
                  <a:pt x="11927910" y="0"/>
                </a:lnTo>
                <a:lnTo>
                  <a:pt x="11927910" y="18533220"/>
                </a:lnTo>
                <a:lnTo>
                  <a:pt x="0" y="18533220"/>
                </a:lnTo>
                <a:lnTo>
                  <a:pt x="0" y="0"/>
                </a:lnTo>
                <a:close/>
              </a:path>
            </a:pathLst>
          </a:custGeom>
          <a:blipFill>
            <a:blip r:embed="rId2">
              <a:alphaModFix amt="50000"/>
            </a:blip>
            <a:stretch>
              <a:fillRect l="0" t="-7208" r="0" b="-7208"/>
            </a:stretch>
          </a:blipFill>
        </p:spPr>
      </p:sp>
      <p:sp>
        <p:nvSpPr>
          <p:cNvPr name="TextBox 3" id="3"/>
          <p:cNvSpPr txBox="true"/>
          <p:nvPr/>
        </p:nvSpPr>
        <p:spPr>
          <a:xfrm rot="0">
            <a:off x="1028700" y="1768274"/>
            <a:ext cx="11727284" cy="1252126"/>
          </a:xfrm>
          <a:prstGeom prst="rect">
            <a:avLst/>
          </a:prstGeom>
        </p:spPr>
        <p:txBody>
          <a:bodyPr anchor="t" rtlCol="false" tIns="0" lIns="0" bIns="0" rIns="0">
            <a:spAutoFit/>
          </a:bodyPr>
          <a:lstStyle/>
          <a:p>
            <a:pPr algn="l" marL="0" indent="0" lvl="0">
              <a:lnSpc>
                <a:spcPts val="10260"/>
              </a:lnSpc>
              <a:spcBef>
                <a:spcPct val="0"/>
              </a:spcBef>
            </a:pPr>
            <a:r>
              <a:rPr lang="en-US" sz="7328">
                <a:solidFill>
                  <a:srgbClr val="FF5858"/>
                </a:solidFill>
                <a:latin typeface="Fira Code"/>
                <a:ea typeface="Fira Code"/>
                <a:cs typeface="Fira Code"/>
                <a:sym typeface="Fira Code"/>
              </a:rPr>
              <a:t>Did `you know this} ?</a:t>
            </a:r>
          </a:p>
        </p:txBody>
      </p:sp>
      <p:grpSp>
        <p:nvGrpSpPr>
          <p:cNvPr name="Group 4" id="4"/>
          <p:cNvGrpSpPr/>
          <p:nvPr/>
        </p:nvGrpSpPr>
        <p:grpSpPr>
          <a:xfrm rot="0">
            <a:off x="635426" y="606641"/>
            <a:ext cx="17262368" cy="844118"/>
            <a:chOff x="0" y="0"/>
            <a:chExt cx="23016491" cy="1125490"/>
          </a:xfrm>
        </p:grpSpPr>
        <p:grpSp>
          <p:nvGrpSpPr>
            <p:cNvPr name="Group 5" id="5"/>
            <p:cNvGrpSpPr/>
            <p:nvPr/>
          </p:nvGrpSpPr>
          <p:grpSpPr>
            <a:xfrm rot="0">
              <a:off x="0" y="0"/>
              <a:ext cx="23016491" cy="1125490"/>
              <a:chOff x="0" y="0"/>
              <a:chExt cx="4546467" cy="222319"/>
            </a:xfrm>
          </p:grpSpPr>
          <p:sp>
            <p:nvSpPr>
              <p:cNvPr name="Freeform 6" id="6"/>
              <p:cNvSpPr/>
              <p:nvPr/>
            </p:nvSpPr>
            <p:spPr>
              <a:xfrm flipH="false" flipV="false" rot="0">
                <a:off x="0" y="0"/>
                <a:ext cx="4546467" cy="222319"/>
              </a:xfrm>
              <a:custGeom>
                <a:avLst/>
                <a:gdLst/>
                <a:ahLst/>
                <a:cxnLst/>
                <a:rect r="r" b="b" t="t" l="l"/>
                <a:pathLst>
                  <a:path h="222319" w="4546467">
                    <a:moveTo>
                      <a:pt x="22873" y="0"/>
                    </a:moveTo>
                    <a:lnTo>
                      <a:pt x="4523595" y="0"/>
                    </a:lnTo>
                    <a:cubicBezTo>
                      <a:pt x="4529661" y="0"/>
                      <a:pt x="4535479" y="2410"/>
                      <a:pt x="4539768" y="6699"/>
                    </a:cubicBezTo>
                    <a:cubicBezTo>
                      <a:pt x="4544058" y="10989"/>
                      <a:pt x="4546467" y="16807"/>
                      <a:pt x="4546467" y="22873"/>
                    </a:cubicBezTo>
                    <a:lnTo>
                      <a:pt x="4546467" y="199446"/>
                    </a:lnTo>
                    <a:cubicBezTo>
                      <a:pt x="4546467" y="212079"/>
                      <a:pt x="4536227" y="222319"/>
                      <a:pt x="4523595" y="222319"/>
                    </a:cubicBezTo>
                    <a:lnTo>
                      <a:pt x="22873" y="222319"/>
                    </a:lnTo>
                    <a:cubicBezTo>
                      <a:pt x="10240" y="222319"/>
                      <a:pt x="0" y="212079"/>
                      <a:pt x="0" y="199446"/>
                    </a:cubicBezTo>
                    <a:lnTo>
                      <a:pt x="0" y="22873"/>
                    </a:lnTo>
                    <a:cubicBezTo>
                      <a:pt x="0" y="10240"/>
                      <a:pt x="10240" y="0"/>
                      <a:pt x="22873" y="0"/>
                    </a:cubicBezTo>
                    <a:close/>
                  </a:path>
                </a:pathLst>
              </a:custGeom>
              <a:ln w="19050" cap="rnd">
                <a:solidFill>
                  <a:srgbClr val="FFFFFF"/>
                </a:solidFill>
                <a:prstDash val="solid"/>
                <a:round/>
              </a:ln>
            </p:spPr>
          </p:sp>
          <p:sp>
            <p:nvSpPr>
              <p:cNvPr name="TextBox 7" id="7"/>
              <p:cNvSpPr txBox="true"/>
              <p:nvPr/>
            </p:nvSpPr>
            <p:spPr>
              <a:xfrm>
                <a:off x="0" y="-38100"/>
                <a:ext cx="4546467" cy="260419"/>
              </a:xfrm>
              <a:prstGeom prst="rect">
                <a:avLst/>
              </a:prstGeom>
            </p:spPr>
            <p:txBody>
              <a:bodyPr anchor="ctr" rtlCol="false" tIns="50800" lIns="50800" bIns="50800" rIns="50800"/>
              <a:lstStyle/>
              <a:p>
                <a:pPr algn="ctr">
                  <a:lnSpc>
                    <a:spcPts val="2659"/>
                  </a:lnSpc>
                </a:pPr>
              </a:p>
            </p:txBody>
          </p:sp>
        </p:grpSp>
        <p:sp>
          <p:nvSpPr>
            <p:cNvPr name="AutoShape 8" id="8"/>
            <p:cNvSpPr/>
            <p:nvPr/>
          </p:nvSpPr>
          <p:spPr>
            <a:xfrm>
              <a:off x="22130073" y="368470"/>
              <a:ext cx="350965" cy="383162"/>
            </a:xfrm>
            <a:prstGeom prst="line">
              <a:avLst/>
            </a:prstGeom>
            <a:ln cap="rnd" w="25400">
              <a:solidFill>
                <a:srgbClr val="FFFFFF"/>
              </a:solidFill>
              <a:prstDash val="solid"/>
              <a:headEnd type="none" len="sm" w="sm"/>
              <a:tailEnd type="none" len="sm" w="sm"/>
            </a:ln>
          </p:spPr>
        </p:sp>
        <p:sp>
          <p:nvSpPr>
            <p:cNvPr name="AutoShape 9" id="9"/>
            <p:cNvSpPr/>
            <p:nvPr/>
          </p:nvSpPr>
          <p:spPr>
            <a:xfrm flipH="true">
              <a:off x="22130073" y="377728"/>
              <a:ext cx="339363" cy="373904"/>
            </a:xfrm>
            <a:prstGeom prst="line">
              <a:avLst/>
            </a:prstGeom>
            <a:ln cap="rnd" w="25400">
              <a:solidFill>
                <a:srgbClr val="FFFFFF"/>
              </a:solidFill>
              <a:prstDash val="solid"/>
              <a:headEnd type="none" len="sm" w="sm"/>
              <a:tailEnd type="none" len="sm" w="sm"/>
            </a:ln>
          </p:spPr>
        </p:sp>
        <p:sp>
          <p:nvSpPr>
            <p:cNvPr name="AutoShape 10" id="10"/>
            <p:cNvSpPr/>
            <p:nvPr/>
          </p:nvSpPr>
          <p:spPr>
            <a:xfrm>
              <a:off x="20624713" y="560051"/>
              <a:ext cx="501367" cy="0"/>
            </a:xfrm>
            <a:prstGeom prst="line">
              <a:avLst/>
            </a:prstGeom>
            <a:ln cap="rnd" w="25400">
              <a:solidFill>
                <a:srgbClr val="FFFFFF"/>
              </a:solidFill>
              <a:prstDash val="solid"/>
              <a:headEnd type="none" len="sm" w="sm"/>
              <a:tailEnd type="none" len="sm" w="sm"/>
            </a:ln>
          </p:spPr>
        </p:sp>
        <p:grpSp>
          <p:nvGrpSpPr>
            <p:cNvPr name="Group 11" id="11"/>
            <p:cNvGrpSpPr/>
            <p:nvPr/>
          </p:nvGrpSpPr>
          <p:grpSpPr>
            <a:xfrm rot="0">
              <a:off x="21430813" y="361957"/>
              <a:ext cx="385123" cy="389674"/>
              <a:chOff x="0" y="0"/>
              <a:chExt cx="76074" cy="76973"/>
            </a:xfrm>
          </p:grpSpPr>
          <p:sp>
            <p:nvSpPr>
              <p:cNvPr name="Freeform 12" id="12"/>
              <p:cNvSpPr/>
              <p:nvPr/>
            </p:nvSpPr>
            <p:spPr>
              <a:xfrm flipH="false" flipV="false" rot="0">
                <a:off x="0" y="0"/>
                <a:ext cx="76074" cy="76973"/>
              </a:xfrm>
              <a:custGeom>
                <a:avLst/>
                <a:gdLst/>
                <a:ahLst/>
                <a:cxnLst/>
                <a:rect r="r" b="b" t="t" l="l"/>
                <a:pathLst>
                  <a:path h="76973" w="76074">
                    <a:moveTo>
                      <a:pt x="38037" y="0"/>
                    </a:moveTo>
                    <a:lnTo>
                      <a:pt x="38037" y="0"/>
                    </a:lnTo>
                    <a:cubicBezTo>
                      <a:pt x="59044" y="0"/>
                      <a:pt x="76074" y="17030"/>
                      <a:pt x="76074" y="38037"/>
                    </a:cubicBezTo>
                    <a:lnTo>
                      <a:pt x="76074" y="38936"/>
                    </a:lnTo>
                    <a:cubicBezTo>
                      <a:pt x="76074" y="59943"/>
                      <a:pt x="59044" y="76973"/>
                      <a:pt x="38037" y="76973"/>
                    </a:cubicBezTo>
                    <a:lnTo>
                      <a:pt x="38037" y="76973"/>
                    </a:lnTo>
                    <a:cubicBezTo>
                      <a:pt x="17030" y="76973"/>
                      <a:pt x="0" y="59943"/>
                      <a:pt x="0" y="38936"/>
                    </a:cubicBezTo>
                    <a:lnTo>
                      <a:pt x="0" y="38037"/>
                    </a:lnTo>
                    <a:cubicBezTo>
                      <a:pt x="0" y="17030"/>
                      <a:pt x="17030" y="0"/>
                      <a:pt x="38037" y="0"/>
                    </a:cubicBezTo>
                    <a:close/>
                  </a:path>
                </a:pathLst>
              </a:custGeom>
              <a:ln w="28575" cap="sq">
                <a:solidFill>
                  <a:srgbClr val="FFFFFF"/>
                </a:solidFill>
                <a:prstDash val="solid"/>
                <a:miter/>
              </a:ln>
            </p:spPr>
          </p:sp>
          <p:sp>
            <p:nvSpPr>
              <p:cNvPr name="TextBox 13" id="13"/>
              <p:cNvSpPr txBox="true"/>
              <p:nvPr/>
            </p:nvSpPr>
            <p:spPr>
              <a:xfrm>
                <a:off x="0" y="-38100"/>
                <a:ext cx="76074" cy="115073"/>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524366" y="222809"/>
              <a:ext cx="7965546" cy="622723"/>
            </a:xfrm>
            <a:prstGeom prst="rect">
              <a:avLst/>
            </a:prstGeom>
          </p:spPr>
          <p:txBody>
            <a:bodyPr anchor="t" rtlCol="false" tIns="0" lIns="0" bIns="0" rIns="0">
              <a:spAutoFit/>
            </a:bodyPr>
            <a:lstStyle/>
            <a:p>
              <a:pPr algn="ctr">
                <a:lnSpc>
                  <a:spcPts val="3920"/>
                </a:lnSpc>
              </a:pPr>
              <a:r>
                <a:rPr lang="en-US" sz="2800">
                  <a:solidFill>
                    <a:srgbClr val="38B6FF"/>
                  </a:solidFill>
                  <a:latin typeface="Fira Code"/>
                  <a:ea typeface="Fira Code"/>
                  <a:cs typeface="Fira Code"/>
                  <a:sym typeface="Fira Code"/>
                </a:rPr>
                <a:t>&lt;Company&gt;</a:t>
              </a:r>
              <a:r>
                <a:rPr lang="en-US" sz="2800">
                  <a:solidFill>
                    <a:srgbClr val="FFFFFF"/>
                  </a:solidFill>
                  <a:latin typeface="Fira Code"/>
                  <a:ea typeface="Fira Code"/>
                  <a:cs typeface="Fira Code"/>
                  <a:sym typeface="Fira Code"/>
                </a:rPr>
                <a:t>           </a:t>
              </a:r>
              <a:r>
                <a:rPr lang="en-US" sz="2800">
                  <a:solidFill>
                    <a:srgbClr val="AB81FF"/>
                  </a:solidFill>
                  <a:latin typeface="Fira Code"/>
                  <a:ea typeface="Fira Code"/>
                  <a:cs typeface="Fira Code"/>
                  <a:sym typeface="Fira Code"/>
                </a:rPr>
                <a:t>&lt;Lesson&gt;</a:t>
              </a:r>
            </a:p>
          </p:txBody>
        </p:sp>
      </p:grpSp>
      <p:pic>
        <p:nvPicPr>
          <p:cNvPr name="Picture 15" id="15"/>
          <p:cNvPicPr>
            <a:picLocks noChangeAspect="true"/>
          </p:cNvPicPr>
          <p:nvPr/>
        </p:nvPicPr>
        <p:blipFill>
          <a:blip r:embed="rId3"/>
          <a:stretch>
            <a:fillRect/>
          </a:stretch>
        </p:blipFill>
        <p:spPr>
          <a:xfrm rot="0">
            <a:off x="7779001" y="2618946"/>
            <a:ext cx="10342145" cy="7288328"/>
          </a:xfrm>
          <a:prstGeom prst="rect">
            <a:avLst/>
          </a:prstGeom>
        </p:spPr>
      </p:pic>
      <p:sp>
        <p:nvSpPr>
          <p:cNvPr name="TextBox 16" id="16"/>
          <p:cNvSpPr txBox="true"/>
          <p:nvPr/>
        </p:nvSpPr>
        <p:spPr>
          <a:xfrm rot="0">
            <a:off x="1028700" y="3827566"/>
            <a:ext cx="6932369" cy="4823460"/>
          </a:xfrm>
          <a:prstGeom prst="rect">
            <a:avLst/>
          </a:prstGeom>
        </p:spPr>
        <p:txBody>
          <a:bodyPr anchor="t" rtlCol="false" tIns="0" lIns="0" bIns="0" rIns="0">
            <a:spAutoFit/>
          </a:bodyPr>
          <a:lstStyle/>
          <a:p>
            <a:pPr algn="l" marL="0" indent="0" lvl="0">
              <a:lnSpc>
                <a:spcPts val="2939"/>
              </a:lnSpc>
              <a:spcBef>
                <a:spcPct val="0"/>
              </a:spcBef>
            </a:pPr>
            <a:r>
              <a:rPr lang="en-US" sz="2099" strike="noStrike" u="none">
                <a:solidFill>
                  <a:srgbClr val="FFFFFF"/>
                </a:solidFill>
                <a:latin typeface="Fira Code"/>
                <a:ea typeface="Fira Code"/>
                <a:cs typeface="Fira Code"/>
                <a:sym typeface="Fira Code"/>
              </a:rPr>
              <a:t>Did you know that the Earth is the only planet in our solar system known to support life? With its perfect distance from the sun, a breathable atmosphere, and abundant water, Earth provides a unique environment for a diverse range of living organisms to thrive. The intricate web of ecosystems, from lush rainforests to vast oceans, showcases the incredible biodiversity of our planet. This delicate balance of nature highlights the importance of conservation and stewardship to ensure a sustainable future for all life on Earth.</a:t>
            </a:r>
          </a:p>
        </p:txBody>
      </p:sp>
      <p:sp>
        <p:nvSpPr>
          <p:cNvPr name="AutoShape 17" id="17"/>
          <p:cNvSpPr/>
          <p:nvPr/>
        </p:nvSpPr>
        <p:spPr>
          <a:xfrm>
            <a:off x="16005660" y="9799853"/>
            <a:ext cx="1892134" cy="0"/>
          </a:xfrm>
          <a:prstGeom prst="line">
            <a:avLst/>
          </a:prstGeom>
          <a:ln cap="flat" w="38100">
            <a:solidFill>
              <a:srgbClr val="FFFFFF"/>
            </a:solidFill>
            <a:prstDash val="solid"/>
            <a:headEnd type="none" len="sm" w="sm"/>
            <a:tailEnd type="arrow" len="sm" w="med"/>
          </a:ln>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true" flipV="true" rot="-5400000">
            <a:off x="3302655" y="-3708842"/>
            <a:ext cx="11927910" cy="18533220"/>
          </a:xfrm>
          <a:custGeom>
            <a:avLst/>
            <a:gdLst/>
            <a:ahLst/>
            <a:cxnLst/>
            <a:rect r="r" b="b" t="t" l="l"/>
            <a:pathLst>
              <a:path h="18533220" w="11927910">
                <a:moveTo>
                  <a:pt x="11927910" y="18533220"/>
                </a:moveTo>
                <a:lnTo>
                  <a:pt x="0" y="18533220"/>
                </a:lnTo>
                <a:lnTo>
                  <a:pt x="0" y="0"/>
                </a:lnTo>
                <a:lnTo>
                  <a:pt x="11927910" y="0"/>
                </a:lnTo>
                <a:lnTo>
                  <a:pt x="11927910" y="18533220"/>
                </a:lnTo>
                <a:close/>
              </a:path>
            </a:pathLst>
          </a:custGeom>
          <a:blipFill>
            <a:blip r:embed="rId2">
              <a:alphaModFix amt="50000"/>
            </a:blip>
            <a:stretch>
              <a:fillRect l="0" t="-7208" r="0" b="-7208"/>
            </a:stretch>
          </a:blipFill>
        </p:spPr>
      </p:sp>
      <p:grpSp>
        <p:nvGrpSpPr>
          <p:cNvPr name="Group 3" id="3"/>
          <p:cNvGrpSpPr>
            <a:grpSpLocks noChangeAspect="true"/>
          </p:cNvGrpSpPr>
          <p:nvPr/>
        </p:nvGrpSpPr>
        <p:grpSpPr>
          <a:xfrm rot="0">
            <a:off x="7490033" y="3680402"/>
            <a:ext cx="2926208" cy="2926196"/>
            <a:chOff x="0" y="0"/>
            <a:chExt cx="6350000" cy="6349975"/>
          </a:xfrm>
        </p:grpSpPr>
        <p:sp>
          <p:nvSpPr>
            <p:cNvPr name="Freeform 4" id="4"/>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3"/>
              <a:stretch>
                <a:fillRect l="0" t="-25047" r="0" b="-25047"/>
              </a:stretch>
            </a:blipFill>
          </p:spPr>
        </p:sp>
      </p:grpSp>
      <p:sp>
        <p:nvSpPr>
          <p:cNvPr name="TextBox 5" id="5"/>
          <p:cNvSpPr txBox="true"/>
          <p:nvPr/>
        </p:nvSpPr>
        <p:spPr>
          <a:xfrm rot="0">
            <a:off x="6906364" y="7148167"/>
            <a:ext cx="5086463" cy="894697"/>
          </a:xfrm>
          <a:prstGeom prst="rect">
            <a:avLst/>
          </a:prstGeom>
        </p:spPr>
        <p:txBody>
          <a:bodyPr anchor="t" rtlCol="false" tIns="0" lIns="0" bIns="0" rIns="0">
            <a:spAutoFit/>
          </a:bodyPr>
          <a:lstStyle/>
          <a:p>
            <a:pPr algn="l" marL="0" indent="0" lvl="0">
              <a:lnSpc>
                <a:spcPts val="7386"/>
              </a:lnSpc>
              <a:spcBef>
                <a:spcPct val="0"/>
              </a:spcBef>
            </a:pPr>
            <a:r>
              <a:rPr lang="en-US" sz="5275" strike="noStrike" u="none">
                <a:solidFill>
                  <a:srgbClr val="FFFFFF"/>
                </a:solidFill>
                <a:latin typeface="Fira Code"/>
                <a:ea typeface="Fira Code"/>
                <a:cs typeface="Fira Code"/>
                <a:sym typeface="Fira Code"/>
              </a:rPr>
              <a:t>Client` name</a:t>
            </a:r>
          </a:p>
        </p:txBody>
      </p:sp>
      <p:sp>
        <p:nvSpPr>
          <p:cNvPr name="TextBox 6" id="6"/>
          <p:cNvSpPr txBox="true"/>
          <p:nvPr/>
        </p:nvSpPr>
        <p:spPr>
          <a:xfrm rot="0">
            <a:off x="6906364" y="8204875"/>
            <a:ext cx="3306074" cy="737235"/>
          </a:xfrm>
          <a:prstGeom prst="rect">
            <a:avLst/>
          </a:prstGeom>
        </p:spPr>
        <p:txBody>
          <a:bodyPr anchor="t" rtlCol="false" tIns="0" lIns="0" bIns="0" rIns="0">
            <a:spAutoFit/>
          </a:bodyPr>
          <a:lstStyle/>
          <a:p>
            <a:pPr algn="l" marL="0" indent="0" lvl="0">
              <a:lnSpc>
                <a:spcPts val="2939"/>
              </a:lnSpc>
              <a:spcBef>
                <a:spcPct val="0"/>
              </a:spcBef>
            </a:pPr>
            <a:r>
              <a:rPr lang="en-US" sz="2099" strike="noStrike" u="none">
                <a:solidFill>
                  <a:srgbClr val="FFFFFF"/>
                </a:solidFill>
                <a:latin typeface="Fira Code"/>
                <a:ea typeface="Fira Code"/>
                <a:cs typeface="Fira Code"/>
                <a:sym typeface="Fira Code"/>
              </a:rPr>
              <a:t>Elaborate on what you want to discuss. </a:t>
            </a:r>
          </a:p>
        </p:txBody>
      </p:sp>
      <p:grpSp>
        <p:nvGrpSpPr>
          <p:cNvPr name="Group 7" id="7"/>
          <p:cNvGrpSpPr>
            <a:grpSpLocks noChangeAspect="true"/>
          </p:cNvGrpSpPr>
          <p:nvPr/>
        </p:nvGrpSpPr>
        <p:grpSpPr>
          <a:xfrm rot="0">
            <a:off x="1421506" y="3680402"/>
            <a:ext cx="2926208" cy="2926196"/>
            <a:chOff x="0" y="0"/>
            <a:chExt cx="6350000" cy="6349975"/>
          </a:xfrm>
        </p:grpSpPr>
        <p:sp>
          <p:nvSpPr>
            <p:cNvPr name="Freeform 8" id="8"/>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4"/>
              <a:stretch>
                <a:fillRect l="-108742" t="-20483" r="-34773" b="-41760"/>
              </a:stretch>
            </a:blipFill>
          </p:spPr>
        </p:sp>
      </p:grpSp>
      <p:sp>
        <p:nvSpPr>
          <p:cNvPr name="TextBox 9" id="9"/>
          <p:cNvSpPr txBox="true"/>
          <p:nvPr/>
        </p:nvSpPr>
        <p:spPr>
          <a:xfrm rot="0">
            <a:off x="1028700" y="7148167"/>
            <a:ext cx="4680070" cy="894697"/>
          </a:xfrm>
          <a:prstGeom prst="rect">
            <a:avLst/>
          </a:prstGeom>
        </p:spPr>
        <p:txBody>
          <a:bodyPr anchor="t" rtlCol="false" tIns="0" lIns="0" bIns="0" rIns="0">
            <a:spAutoFit/>
          </a:bodyPr>
          <a:lstStyle/>
          <a:p>
            <a:pPr algn="l" marL="0" indent="0" lvl="0">
              <a:lnSpc>
                <a:spcPts val="7386"/>
              </a:lnSpc>
              <a:spcBef>
                <a:spcPct val="0"/>
              </a:spcBef>
            </a:pPr>
            <a:r>
              <a:rPr lang="en-US" sz="5275" strike="noStrike" u="none">
                <a:solidFill>
                  <a:srgbClr val="FFFFFF"/>
                </a:solidFill>
                <a:latin typeface="Fira Code"/>
                <a:ea typeface="Fira Code"/>
                <a:cs typeface="Fira Code"/>
                <a:sym typeface="Fira Code"/>
              </a:rPr>
              <a:t>Client name</a:t>
            </a:r>
          </a:p>
        </p:txBody>
      </p:sp>
      <p:sp>
        <p:nvSpPr>
          <p:cNvPr name="TextBox 10" id="10"/>
          <p:cNvSpPr txBox="true"/>
          <p:nvPr/>
        </p:nvSpPr>
        <p:spPr>
          <a:xfrm rot="0">
            <a:off x="1028700" y="8204875"/>
            <a:ext cx="3306074" cy="737235"/>
          </a:xfrm>
          <a:prstGeom prst="rect">
            <a:avLst/>
          </a:prstGeom>
        </p:spPr>
        <p:txBody>
          <a:bodyPr anchor="t" rtlCol="false" tIns="0" lIns="0" bIns="0" rIns="0">
            <a:spAutoFit/>
          </a:bodyPr>
          <a:lstStyle/>
          <a:p>
            <a:pPr algn="l" marL="0" indent="0" lvl="0">
              <a:lnSpc>
                <a:spcPts val="2939"/>
              </a:lnSpc>
              <a:spcBef>
                <a:spcPct val="0"/>
              </a:spcBef>
            </a:pPr>
            <a:r>
              <a:rPr lang="en-US" sz="2099" strike="noStrike" u="none">
                <a:solidFill>
                  <a:srgbClr val="FFFFFF"/>
                </a:solidFill>
                <a:latin typeface="Fira Code"/>
                <a:ea typeface="Fira Code"/>
                <a:cs typeface="Fira Code"/>
                <a:sym typeface="Fira Code"/>
              </a:rPr>
              <a:t>Elaborate on what you want to discuss. </a:t>
            </a:r>
          </a:p>
        </p:txBody>
      </p:sp>
      <p:grpSp>
        <p:nvGrpSpPr>
          <p:cNvPr name="Group 11" id="11"/>
          <p:cNvGrpSpPr>
            <a:grpSpLocks noChangeAspect="true"/>
          </p:cNvGrpSpPr>
          <p:nvPr/>
        </p:nvGrpSpPr>
        <p:grpSpPr>
          <a:xfrm rot="0">
            <a:off x="13404674" y="3769444"/>
            <a:ext cx="2926208" cy="2926196"/>
            <a:chOff x="0" y="0"/>
            <a:chExt cx="6350000" cy="6349975"/>
          </a:xfrm>
        </p:grpSpPr>
        <p:sp>
          <p:nvSpPr>
            <p:cNvPr name="Freeform 12" id="12"/>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5"/>
              <a:stretch>
                <a:fillRect l="-10003" t="-42534" r="-13073" b="-42195"/>
              </a:stretch>
            </a:blipFill>
          </p:spPr>
        </p:sp>
      </p:grpSp>
      <p:sp>
        <p:nvSpPr>
          <p:cNvPr name="TextBox 13" id="13"/>
          <p:cNvSpPr txBox="true"/>
          <p:nvPr/>
        </p:nvSpPr>
        <p:spPr>
          <a:xfrm rot="0">
            <a:off x="12784029" y="7148167"/>
            <a:ext cx="4919372" cy="894697"/>
          </a:xfrm>
          <a:prstGeom prst="rect">
            <a:avLst/>
          </a:prstGeom>
        </p:spPr>
        <p:txBody>
          <a:bodyPr anchor="t" rtlCol="false" tIns="0" lIns="0" bIns="0" rIns="0">
            <a:spAutoFit/>
          </a:bodyPr>
          <a:lstStyle/>
          <a:p>
            <a:pPr algn="l" marL="0" indent="0" lvl="0">
              <a:lnSpc>
                <a:spcPts val="7386"/>
              </a:lnSpc>
              <a:spcBef>
                <a:spcPct val="0"/>
              </a:spcBef>
            </a:pPr>
            <a:r>
              <a:rPr lang="en-US" sz="5275" strike="noStrike" u="none">
                <a:solidFill>
                  <a:srgbClr val="FFFFFF"/>
                </a:solidFill>
                <a:latin typeface="Fira Code"/>
                <a:ea typeface="Fira Code"/>
                <a:cs typeface="Fira Code"/>
                <a:sym typeface="Fira Code"/>
              </a:rPr>
              <a:t>Client name</a:t>
            </a:r>
          </a:p>
        </p:txBody>
      </p:sp>
      <p:sp>
        <p:nvSpPr>
          <p:cNvPr name="TextBox 14" id="14"/>
          <p:cNvSpPr txBox="true"/>
          <p:nvPr/>
        </p:nvSpPr>
        <p:spPr>
          <a:xfrm rot="0">
            <a:off x="12784029" y="8204875"/>
            <a:ext cx="3306074" cy="737235"/>
          </a:xfrm>
          <a:prstGeom prst="rect">
            <a:avLst/>
          </a:prstGeom>
        </p:spPr>
        <p:txBody>
          <a:bodyPr anchor="t" rtlCol="false" tIns="0" lIns="0" bIns="0" rIns="0">
            <a:spAutoFit/>
          </a:bodyPr>
          <a:lstStyle/>
          <a:p>
            <a:pPr algn="l" marL="0" indent="0" lvl="0">
              <a:lnSpc>
                <a:spcPts val="2939"/>
              </a:lnSpc>
              <a:spcBef>
                <a:spcPct val="0"/>
              </a:spcBef>
            </a:pPr>
            <a:r>
              <a:rPr lang="en-US" sz="2099" strike="noStrike" u="none">
                <a:solidFill>
                  <a:srgbClr val="FFFFFF"/>
                </a:solidFill>
                <a:latin typeface="Fira Code"/>
                <a:ea typeface="Fira Code"/>
                <a:cs typeface="Fira Code"/>
                <a:sym typeface="Fira Code"/>
              </a:rPr>
              <a:t>Elaborate on what you want to discuss. </a:t>
            </a:r>
          </a:p>
        </p:txBody>
      </p:sp>
      <p:sp>
        <p:nvSpPr>
          <p:cNvPr name="TextBox 15" id="15"/>
          <p:cNvSpPr txBox="true"/>
          <p:nvPr/>
        </p:nvSpPr>
        <p:spPr>
          <a:xfrm rot="0">
            <a:off x="1028700" y="1969540"/>
            <a:ext cx="16507551" cy="1252126"/>
          </a:xfrm>
          <a:prstGeom prst="rect">
            <a:avLst/>
          </a:prstGeom>
        </p:spPr>
        <p:txBody>
          <a:bodyPr anchor="t" rtlCol="false" tIns="0" lIns="0" bIns="0" rIns="0">
            <a:spAutoFit/>
          </a:bodyPr>
          <a:lstStyle/>
          <a:p>
            <a:pPr algn="l" marL="0" indent="0" lvl="0">
              <a:lnSpc>
                <a:spcPts val="10260"/>
              </a:lnSpc>
              <a:spcBef>
                <a:spcPct val="0"/>
              </a:spcBef>
            </a:pPr>
            <a:r>
              <a:rPr lang="en-US" sz="7328" strike="noStrike" u="none">
                <a:solidFill>
                  <a:srgbClr val="FFFFFF"/>
                </a:solidFill>
                <a:latin typeface="Fira Code"/>
                <a:ea typeface="Fira Code"/>
                <a:cs typeface="Fira Code"/>
                <a:sym typeface="Fira Code"/>
              </a:rPr>
              <a:t>Testimonials`}</a:t>
            </a:r>
          </a:p>
        </p:txBody>
      </p:sp>
      <p:grpSp>
        <p:nvGrpSpPr>
          <p:cNvPr name="Group 16" id="16"/>
          <p:cNvGrpSpPr/>
          <p:nvPr/>
        </p:nvGrpSpPr>
        <p:grpSpPr>
          <a:xfrm rot="0">
            <a:off x="635426" y="606641"/>
            <a:ext cx="17262368" cy="844118"/>
            <a:chOff x="0" y="0"/>
            <a:chExt cx="23016491" cy="1125490"/>
          </a:xfrm>
        </p:grpSpPr>
        <p:grpSp>
          <p:nvGrpSpPr>
            <p:cNvPr name="Group 17" id="17"/>
            <p:cNvGrpSpPr/>
            <p:nvPr/>
          </p:nvGrpSpPr>
          <p:grpSpPr>
            <a:xfrm rot="0">
              <a:off x="0" y="0"/>
              <a:ext cx="23016491" cy="1125490"/>
              <a:chOff x="0" y="0"/>
              <a:chExt cx="4546467" cy="222319"/>
            </a:xfrm>
          </p:grpSpPr>
          <p:sp>
            <p:nvSpPr>
              <p:cNvPr name="Freeform 18" id="18"/>
              <p:cNvSpPr/>
              <p:nvPr/>
            </p:nvSpPr>
            <p:spPr>
              <a:xfrm flipH="false" flipV="false" rot="0">
                <a:off x="0" y="0"/>
                <a:ext cx="4546467" cy="222319"/>
              </a:xfrm>
              <a:custGeom>
                <a:avLst/>
                <a:gdLst/>
                <a:ahLst/>
                <a:cxnLst/>
                <a:rect r="r" b="b" t="t" l="l"/>
                <a:pathLst>
                  <a:path h="222319" w="4546467">
                    <a:moveTo>
                      <a:pt x="22873" y="0"/>
                    </a:moveTo>
                    <a:lnTo>
                      <a:pt x="4523595" y="0"/>
                    </a:lnTo>
                    <a:cubicBezTo>
                      <a:pt x="4529661" y="0"/>
                      <a:pt x="4535479" y="2410"/>
                      <a:pt x="4539768" y="6699"/>
                    </a:cubicBezTo>
                    <a:cubicBezTo>
                      <a:pt x="4544058" y="10989"/>
                      <a:pt x="4546467" y="16807"/>
                      <a:pt x="4546467" y="22873"/>
                    </a:cubicBezTo>
                    <a:lnTo>
                      <a:pt x="4546467" y="199446"/>
                    </a:lnTo>
                    <a:cubicBezTo>
                      <a:pt x="4546467" y="212079"/>
                      <a:pt x="4536227" y="222319"/>
                      <a:pt x="4523595" y="222319"/>
                    </a:cubicBezTo>
                    <a:lnTo>
                      <a:pt x="22873" y="222319"/>
                    </a:lnTo>
                    <a:cubicBezTo>
                      <a:pt x="10240" y="222319"/>
                      <a:pt x="0" y="212079"/>
                      <a:pt x="0" y="199446"/>
                    </a:cubicBezTo>
                    <a:lnTo>
                      <a:pt x="0" y="22873"/>
                    </a:lnTo>
                    <a:cubicBezTo>
                      <a:pt x="0" y="10240"/>
                      <a:pt x="10240" y="0"/>
                      <a:pt x="22873" y="0"/>
                    </a:cubicBezTo>
                    <a:close/>
                  </a:path>
                </a:pathLst>
              </a:custGeom>
              <a:ln w="19050" cap="rnd">
                <a:solidFill>
                  <a:srgbClr val="FFFFFF"/>
                </a:solidFill>
                <a:prstDash val="solid"/>
                <a:round/>
              </a:ln>
            </p:spPr>
          </p:sp>
          <p:sp>
            <p:nvSpPr>
              <p:cNvPr name="TextBox 19" id="19"/>
              <p:cNvSpPr txBox="true"/>
              <p:nvPr/>
            </p:nvSpPr>
            <p:spPr>
              <a:xfrm>
                <a:off x="0" y="-38100"/>
                <a:ext cx="4546467" cy="260419"/>
              </a:xfrm>
              <a:prstGeom prst="rect">
                <a:avLst/>
              </a:prstGeom>
            </p:spPr>
            <p:txBody>
              <a:bodyPr anchor="ctr" rtlCol="false" tIns="50800" lIns="50800" bIns="50800" rIns="50800"/>
              <a:lstStyle/>
              <a:p>
                <a:pPr algn="ctr">
                  <a:lnSpc>
                    <a:spcPts val="2659"/>
                  </a:lnSpc>
                </a:pPr>
              </a:p>
            </p:txBody>
          </p:sp>
        </p:grpSp>
        <p:sp>
          <p:nvSpPr>
            <p:cNvPr name="AutoShape 20" id="20"/>
            <p:cNvSpPr/>
            <p:nvPr/>
          </p:nvSpPr>
          <p:spPr>
            <a:xfrm>
              <a:off x="22130073" y="368470"/>
              <a:ext cx="350965" cy="383162"/>
            </a:xfrm>
            <a:prstGeom prst="line">
              <a:avLst/>
            </a:prstGeom>
            <a:ln cap="rnd" w="25400">
              <a:solidFill>
                <a:srgbClr val="FFFFFF"/>
              </a:solidFill>
              <a:prstDash val="solid"/>
              <a:headEnd type="none" len="sm" w="sm"/>
              <a:tailEnd type="none" len="sm" w="sm"/>
            </a:ln>
          </p:spPr>
        </p:sp>
        <p:sp>
          <p:nvSpPr>
            <p:cNvPr name="AutoShape 21" id="21"/>
            <p:cNvSpPr/>
            <p:nvPr/>
          </p:nvSpPr>
          <p:spPr>
            <a:xfrm flipH="true">
              <a:off x="22130073" y="377728"/>
              <a:ext cx="339363" cy="373904"/>
            </a:xfrm>
            <a:prstGeom prst="line">
              <a:avLst/>
            </a:prstGeom>
            <a:ln cap="rnd" w="25400">
              <a:solidFill>
                <a:srgbClr val="FFFFFF"/>
              </a:solidFill>
              <a:prstDash val="solid"/>
              <a:headEnd type="none" len="sm" w="sm"/>
              <a:tailEnd type="none" len="sm" w="sm"/>
            </a:ln>
          </p:spPr>
        </p:sp>
        <p:sp>
          <p:nvSpPr>
            <p:cNvPr name="AutoShape 22" id="22"/>
            <p:cNvSpPr/>
            <p:nvPr/>
          </p:nvSpPr>
          <p:spPr>
            <a:xfrm>
              <a:off x="20624713" y="560051"/>
              <a:ext cx="501367" cy="0"/>
            </a:xfrm>
            <a:prstGeom prst="line">
              <a:avLst/>
            </a:prstGeom>
            <a:ln cap="rnd" w="25400">
              <a:solidFill>
                <a:srgbClr val="FFFFFF"/>
              </a:solidFill>
              <a:prstDash val="solid"/>
              <a:headEnd type="none" len="sm" w="sm"/>
              <a:tailEnd type="none" len="sm" w="sm"/>
            </a:ln>
          </p:spPr>
        </p:sp>
        <p:grpSp>
          <p:nvGrpSpPr>
            <p:cNvPr name="Group 23" id="23"/>
            <p:cNvGrpSpPr/>
            <p:nvPr/>
          </p:nvGrpSpPr>
          <p:grpSpPr>
            <a:xfrm rot="0">
              <a:off x="21430813" y="361957"/>
              <a:ext cx="385123" cy="389674"/>
              <a:chOff x="0" y="0"/>
              <a:chExt cx="76074" cy="76973"/>
            </a:xfrm>
          </p:grpSpPr>
          <p:sp>
            <p:nvSpPr>
              <p:cNvPr name="Freeform 24" id="24"/>
              <p:cNvSpPr/>
              <p:nvPr/>
            </p:nvSpPr>
            <p:spPr>
              <a:xfrm flipH="false" flipV="false" rot="0">
                <a:off x="0" y="0"/>
                <a:ext cx="76074" cy="76973"/>
              </a:xfrm>
              <a:custGeom>
                <a:avLst/>
                <a:gdLst/>
                <a:ahLst/>
                <a:cxnLst/>
                <a:rect r="r" b="b" t="t" l="l"/>
                <a:pathLst>
                  <a:path h="76973" w="76074">
                    <a:moveTo>
                      <a:pt x="38037" y="0"/>
                    </a:moveTo>
                    <a:lnTo>
                      <a:pt x="38037" y="0"/>
                    </a:lnTo>
                    <a:cubicBezTo>
                      <a:pt x="59044" y="0"/>
                      <a:pt x="76074" y="17030"/>
                      <a:pt x="76074" y="38037"/>
                    </a:cubicBezTo>
                    <a:lnTo>
                      <a:pt x="76074" y="38936"/>
                    </a:lnTo>
                    <a:cubicBezTo>
                      <a:pt x="76074" y="59943"/>
                      <a:pt x="59044" y="76973"/>
                      <a:pt x="38037" y="76973"/>
                    </a:cubicBezTo>
                    <a:lnTo>
                      <a:pt x="38037" y="76973"/>
                    </a:lnTo>
                    <a:cubicBezTo>
                      <a:pt x="17030" y="76973"/>
                      <a:pt x="0" y="59943"/>
                      <a:pt x="0" y="38936"/>
                    </a:cubicBezTo>
                    <a:lnTo>
                      <a:pt x="0" y="38037"/>
                    </a:lnTo>
                    <a:cubicBezTo>
                      <a:pt x="0" y="17030"/>
                      <a:pt x="17030" y="0"/>
                      <a:pt x="38037" y="0"/>
                    </a:cubicBezTo>
                    <a:close/>
                  </a:path>
                </a:pathLst>
              </a:custGeom>
              <a:ln w="28575" cap="sq">
                <a:solidFill>
                  <a:srgbClr val="FFFFFF"/>
                </a:solidFill>
                <a:prstDash val="solid"/>
                <a:miter/>
              </a:ln>
            </p:spPr>
          </p:sp>
          <p:sp>
            <p:nvSpPr>
              <p:cNvPr name="TextBox 25" id="25"/>
              <p:cNvSpPr txBox="true"/>
              <p:nvPr/>
            </p:nvSpPr>
            <p:spPr>
              <a:xfrm>
                <a:off x="0" y="-38100"/>
                <a:ext cx="76074" cy="115073"/>
              </a:xfrm>
              <a:prstGeom prst="rect">
                <a:avLst/>
              </a:prstGeom>
            </p:spPr>
            <p:txBody>
              <a:bodyPr anchor="ctr" rtlCol="false" tIns="50800" lIns="50800" bIns="50800" rIns="50800"/>
              <a:lstStyle/>
              <a:p>
                <a:pPr algn="ctr">
                  <a:lnSpc>
                    <a:spcPts val="2659"/>
                  </a:lnSpc>
                </a:pPr>
              </a:p>
            </p:txBody>
          </p:sp>
        </p:grpSp>
        <p:sp>
          <p:nvSpPr>
            <p:cNvPr name="TextBox 26" id="26"/>
            <p:cNvSpPr txBox="true"/>
            <p:nvPr/>
          </p:nvSpPr>
          <p:spPr>
            <a:xfrm rot="0">
              <a:off x="524366" y="222809"/>
              <a:ext cx="7965546" cy="622723"/>
            </a:xfrm>
            <a:prstGeom prst="rect">
              <a:avLst/>
            </a:prstGeom>
          </p:spPr>
          <p:txBody>
            <a:bodyPr anchor="t" rtlCol="false" tIns="0" lIns="0" bIns="0" rIns="0">
              <a:spAutoFit/>
            </a:bodyPr>
            <a:lstStyle/>
            <a:p>
              <a:pPr algn="ctr">
                <a:lnSpc>
                  <a:spcPts val="3920"/>
                </a:lnSpc>
              </a:pPr>
              <a:r>
                <a:rPr lang="en-US" sz="2800">
                  <a:solidFill>
                    <a:srgbClr val="38B6FF"/>
                  </a:solidFill>
                  <a:latin typeface="Fira Code"/>
                  <a:ea typeface="Fira Code"/>
                  <a:cs typeface="Fira Code"/>
                  <a:sym typeface="Fira Code"/>
                </a:rPr>
                <a:t>&lt;Company&gt;</a:t>
              </a:r>
              <a:r>
                <a:rPr lang="en-US" sz="2800">
                  <a:solidFill>
                    <a:srgbClr val="FFFFFF"/>
                  </a:solidFill>
                  <a:latin typeface="Fira Code"/>
                  <a:ea typeface="Fira Code"/>
                  <a:cs typeface="Fira Code"/>
                  <a:sym typeface="Fira Code"/>
                </a:rPr>
                <a:t>           </a:t>
              </a:r>
              <a:r>
                <a:rPr lang="en-US" sz="2800">
                  <a:solidFill>
                    <a:srgbClr val="AB81FF"/>
                  </a:solidFill>
                  <a:latin typeface="Fira Code"/>
                  <a:ea typeface="Fira Code"/>
                  <a:cs typeface="Fira Code"/>
                  <a:sym typeface="Fira Code"/>
                </a:rPr>
                <a:t>&lt;Lesson&gt;</a:t>
              </a:r>
            </a:p>
          </p:txBody>
        </p:sp>
      </p:grpSp>
      <p:sp>
        <p:nvSpPr>
          <p:cNvPr name="AutoShape 27" id="27"/>
          <p:cNvSpPr/>
          <p:nvPr/>
        </p:nvSpPr>
        <p:spPr>
          <a:xfrm>
            <a:off x="16005660" y="9799853"/>
            <a:ext cx="1892134" cy="0"/>
          </a:xfrm>
          <a:prstGeom prst="line">
            <a:avLst/>
          </a:prstGeom>
          <a:ln cap="flat" w="38100">
            <a:solidFill>
              <a:srgbClr val="FFFFFF"/>
            </a:solidFill>
            <a:prstDash val="solid"/>
            <a:headEnd type="none" len="sm" w="sm"/>
            <a:tailEnd type="arrow" len="sm" w="med"/>
          </a:ln>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pic>
          <p:nvPicPr>
            <p:cNvPr name="Picture 3" id="3"/>
            <p:cNvPicPr>
              <a:picLocks noChangeAspect="true"/>
            </p:cNvPicPr>
            <p:nvPr/>
          </p:nvPicPr>
          <p:blipFill>
            <a:blip r:embed="rId2"/>
            <a:srcRect l="0" t="7812" r="0" b="7812"/>
            <a:stretch>
              <a:fillRect/>
            </a:stretch>
          </p:blipFill>
          <p:spPr>
            <a:xfrm flipH="false" flipV="false">
              <a:off x="0" y="0"/>
              <a:ext cx="24384000" cy="13716000"/>
            </a:xfrm>
            <a:prstGeom prst="rect">
              <a:avLst/>
            </a:prstGeom>
          </p:spPr>
        </p:pic>
      </p:grpSp>
      <p:sp>
        <p:nvSpPr>
          <p:cNvPr name="Freeform 4" id="4"/>
          <p:cNvSpPr/>
          <p:nvPr/>
        </p:nvSpPr>
        <p:spPr>
          <a:xfrm flipH="true" flipV="true" rot="-5400000">
            <a:off x="3302655" y="-3708842"/>
            <a:ext cx="11927910" cy="18533220"/>
          </a:xfrm>
          <a:custGeom>
            <a:avLst/>
            <a:gdLst/>
            <a:ahLst/>
            <a:cxnLst/>
            <a:rect r="r" b="b" t="t" l="l"/>
            <a:pathLst>
              <a:path h="18533220" w="11927910">
                <a:moveTo>
                  <a:pt x="11927910" y="18533220"/>
                </a:moveTo>
                <a:lnTo>
                  <a:pt x="0" y="18533220"/>
                </a:lnTo>
                <a:lnTo>
                  <a:pt x="0" y="0"/>
                </a:lnTo>
                <a:lnTo>
                  <a:pt x="11927910" y="0"/>
                </a:lnTo>
                <a:lnTo>
                  <a:pt x="11927910" y="18533220"/>
                </a:lnTo>
                <a:close/>
              </a:path>
            </a:pathLst>
          </a:custGeom>
          <a:blipFill>
            <a:blip r:embed="rId3">
              <a:alphaModFix amt="50000"/>
            </a:blip>
            <a:stretch>
              <a:fillRect l="0" t="-7208" r="0" b="-7208"/>
            </a:stretch>
          </a:blipFill>
        </p:spPr>
      </p:sp>
      <p:grpSp>
        <p:nvGrpSpPr>
          <p:cNvPr name="Group 5" id="5"/>
          <p:cNvGrpSpPr/>
          <p:nvPr/>
        </p:nvGrpSpPr>
        <p:grpSpPr>
          <a:xfrm rot="0">
            <a:off x="635426" y="3600450"/>
            <a:ext cx="11194614" cy="3086100"/>
            <a:chOff x="0" y="0"/>
            <a:chExt cx="2948376" cy="812800"/>
          </a:xfrm>
        </p:grpSpPr>
        <p:sp>
          <p:nvSpPr>
            <p:cNvPr name="Freeform 6" id="6"/>
            <p:cNvSpPr/>
            <p:nvPr/>
          </p:nvSpPr>
          <p:spPr>
            <a:xfrm flipH="false" flipV="false" rot="0">
              <a:off x="0" y="0"/>
              <a:ext cx="2948376" cy="812800"/>
            </a:xfrm>
            <a:custGeom>
              <a:avLst/>
              <a:gdLst/>
              <a:ahLst/>
              <a:cxnLst/>
              <a:rect r="r" b="b" t="t" l="l"/>
              <a:pathLst>
                <a:path h="812800" w="2948376">
                  <a:moveTo>
                    <a:pt x="35270" y="0"/>
                  </a:moveTo>
                  <a:lnTo>
                    <a:pt x="2913105" y="0"/>
                  </a:lnTo>
                  <a:cubicBezTo>
                    <a:pt x="2932585" y="0"/>
                    <a:pt x="2948376" y="15791"/>
                    <a:pt x="2948376" y="35270"/>
                  </a:cubicBezTo>
                  <a:lnTo>
                    <a:pt x="2948376" y="777530"/>
                  </a:lnTo>
                  <a:cubicBezTo>
                    <a:pt x="2948376" y="797009"/>
                    <a:pt x="2932585" y="812800"/>
                    <a:pt x="2913105" y="812800"/>
                  </a:cubicBezTo>
                  <a:lnTo>
                    <a:pt x="35270" y="812800"/>
                  </a:lnTo>
                  <a:cubicBezTo>
                    <a:pt x="15791" y="812800"/>
                    <a:pt x="0" y="797009"/>
                    <a:pt x="0" y="777530"/>
                  </a:cubicBezTo>
                  <a:lnTo>
                    <a:pt x="0" y="35270"/>
                  </a:lnTo>
                  <a:cubicBezTo>
                    <a:pt x="0" y="15791"/>
                    <a:pt x="15791" y="0"/>
                    <a:pt x="35270" y="0"/>
                  </a:cubicBezTo>
                  <a:close/>
                </a:path>
              </a:pathLst>
            </a:custGeom>
            <a:solidFill>
              <a:srgbClr val="FFC535"/>
            </a:solidFill>
          </p:spPr>
        </p:sp>
        <p:sp>
          <p:nvSpPr>
            <p:cNvPr name="TextBox 7" id="7"/>
            <p:cNvSpPr txBox="true"/>
            <p:nvPr/>
          </p:nvSpPr>
          <p:spPr>
            <a:xfrm>
              <a:off x="0" y="-38100"/>
              <a:ext cx="2948376" cy="850900"/>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028700" y="3798299"/>
            <a:ext cx="10138647" cy="2547526"/>
          </a:xfrm>
          <a:prstGeom prst="rect">
            <a:avLst/>
          </a:prstGeom>
        </p:spPr>
        <p:txBody>
          <a:bodyPr anchor="t" rtlCol="false" tIns="0" lIns="0" bIns="0" rIns="0">
            <a:spAutoFit/>
          </a:bodyPr>
          <a:lstStyle/>
          <a:p>
            <a:pPr algn="l" marL="0" indent="0" lvl="0">
              <a:lnSpc>
                <a:spcPts val="10260"/>
              </a:lnSpc>
              <a:spcBef>
                <a:spcPct val="0"/>
              </a:spcBef>
            </a:pPr>
            <a:r>
              <a:rPr lang="en-US" sz="7328" strike="noStrike" u="none">
                <a:solidFill>
                  <a:srgbClr val="000000"/>
                </a:solidFill>
                <a:latin typeface="Fira Code"/>
                <a:ea typeface="Fira Code"/>
                <a:cs typeface="Fira Code"/>
                <a:sym typeface="Fira Code"/>
              </a:rPr>
              <a:t>A picture is worth a thousand words</a:t>
            </a:r>
          </a:p>
        </p:txBody>
      </p:sp>
      <p:sp>
        <p:nvSpPr>
          <p:cNvPr name="AutoShape 9" id="9"/>
          <p:cNvSpPr/>
          <p:nvPr/>
        </p:nvSpPr>
        <p:spPr>
          <a:xfrm>
            <a:off x="16005660" y="9799853"/>
            <a:ext cx="1892134" cy="0"/>
          </a:xfrm>
          <a:prstGeom prst="line">
            <a:avLst/>
          </a:prstGeom>
          <a:ln cap="flat" w="38100">
            <a:solidFill>
              <a:srgbClr val="FFFFFF"/>
            </a:solidFill>
            <a:prstDash val="solid"/>
            <a:headEnd type="none" len="sm" w="sm"/>
            <a:tailEnd type="arrow" len="sm" w="med"/>
          </a:ln>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1234023" y="2415228"/>
            <a:ext cx="5480555" cy="6105983"/>
          </a:xfrm>
          <a:custGeom>
            <a:avLst/>
            <a:gdLst/>
            <a:ahLst/>
            <a:cxnLst/>
            <a:rect r="r" b="b" t="t" l="l"/>
            <a:pathLst>
              <a:path h="6105983" w="5480555">
                <a:moveTo>
                  <a:pt x="0" y="0"/>
                </a:moveTo>
                <a:lnTo>
                  <a:pt x="5480554" y="0"/>
                </a:lnTo>
                <a:lnTo>
                  <a:pt x="5480554" y="6105983"/>
                </a:lnTo>
                <a:lnTo>
                  <a:pt x="0" y="6105983"/>
                </a:lnTo>
                <a:lnTo>
                  <a:pt x="0" y="0"/>
                </a:lnTo>
                <a:close/>
              </a:path>
            </a:pathLst>
          </a:custGeom>
          <a:blipFill>
            <a:blip r:embed="rId2"/>
            <a:stretch>
              <a:fillRect l="0" t="0" r="0" b="0"/>
            </a:stretch>
          </a:blipFill>
        </p:spPr>
      </p:sp>
      <p:sp>
        <p:nvSpPr>
          <p:cNvPr name="Freeform 3" id="3"/>
          <p:cNvSpPr/>
          <p:nvPr/>
        </p:nvSpPr>
        <p:spPr>
          <a:xfrm flipH="false" flipV="false" rot="-5400000">
            <a:off x="3302655" y="-4943565"/>
            <a:ext cx="11927910" cy="18533220"/>
          </a:xfrm>
          <a:custGeom>
            <a:avLst/>
            <a:gdLst/>
            <a:ahLst/>
            <a:cxnLst/>
            <a:rect r="r" b="b" t="t" l="l"/>
            <a:pathLst>
              <a:path h="18533220" w="11927910">
                <a:moveTo>
                  <a:pt x="0" y="0"/>
                </a:moveTo>
                <a:lnTo>
                  <a:pt x="11927910" y="0"/>
                </a:lnTo>
                <a:lnTo>
                  <a:pt x="11927910" y="18533220"/>
                </a:lnTo>
                <a:lnTo>
                  <a:pt x="0" y="18533220"/>
                </a:lnTo>
                <a:lnTo>
                  <a:pt x="0" y="0"/>
                </a:lnTo>
                <a:close/>
              </a:path>
            </a:pathLst>
          </a:custGeom>
          <a:blipFill>
            <a:blip r:embed="rId3">
              <a:alphaModFix amt="50000"/>
            </a:blip>
            <a:stretch>
              <a:fillRect l="0" t="-7208" r="0" b="-7208"/>
            </a:stretch>
          </a:blipFill>
        </p:spPr>
      </p:sp>
      <p:grpSp>
        <p:nvGrpSpPr>
          <p:cNvPr name="Group 4" id="4"/>
          <p:cNvGrpSpPr/>
          <p:nvPr/>
        </p:nvGrpSpPr>
        <p:grpSpPr>
          <a:xfrm rot="0">
            <a:off x="635426" y="606641"/>
            <a:ext cx="17262368" cy="844118"/>
            <a:chOff x="0" y="0"/>
            <a:chExt cx="23016491" cy="1125490"/>
          </a:xfrm>
        </p:grpSpPr>
        <p:grpSp>
          <p:nvGrpSpPr>
            <p:cNvPr name="Group 5" id="5"/>
            <p:cNvGrpSpPr/>
            <p:nvPr/>
          </p:nvGrpSpPr>
          <p:grpSpPr>
            <a:xfrm rot="0">
              <a:off x="0" y="0"/>
              <a:ext cx="23016491" cy="1125490"/>
              <a:chOff x="0" y="0"/>
              <a:chExt cx="4546467" cy="222319"/>
            </a:xfrm>
          </p:grpSpPr>
          <p:sp>
            <p:nvSpPr>
              <p:cNvPr name="Freeform 6" id="6"/>
              <p:cNvSpPr/>
              <p:nvPr/>
            </p:nvSpPr>
            <p:spPr>
              <a:xfrm flipH="false" flipV="false" rot="0">
                <a:off x="0" y="0"/>
                <a:ext cx="4546467" cy="222319"/>
              </a:xfrm>
              <a:custGeom>
                <a:avLst/>
                <a:gdLst/>
                <a:ahLst/>
                <a:cxnLst/>
                <a:rect r="r" b="b" t="t" l="l"/>
                <a:pathLst>
                  <a:path h="222319" w="4546467">
                    <a:moveTo>
                      <a:pt x="22873" y="0"/>
                    </a:moveTo>
                    <a:lnTo>
                      <a:pt x="4523595" y="0"/>
                    </a:lnTo>
                    <a:cubicBezTo>
                      <a:pt x="4529661" y="0"/>
                      <a:pt x="4535479" y="2410"/>
                      <a:pt x="4539768" y="6699"/>
                    </a:cubicBezTo>
                    <a:cubicBezTo>
                      <a:pt x="4544058" y="10989"/>
                      <a:pt x="4546467" y="16807"/>
                      <a:pt x="4546467" y="22873"/>
                    </a:cubicBezTo>
                    <a:lnTo>
                      <a:pt x="4546467" y="199446"/>
                    </a:lnTo>
                    <a:cubicBezTo>
                      <a:pt x="4546467" y="212079"/>
                      <a:pt x="4536227" y="222319"/>
                      <a:pt x="4523595" y="222319"/>
                    </a:cubicBezTo>
                    <a:lnTo>
                      <a:pt x="22873" y="222319"/>
                    </a:lnTo>
                    <a:cubicBezTo>
                      <a:pt x="10240" y="222319"/>
                      <a:pt x="0" y="212079"/>
                      <a:pt x="0" y="199446"/>
                    </a:cubicBezTo>
                    <a:lnTo>
                      <a:pt x="0" y="22873"/>
                    </a:lnTo>
                    <a:cubicBezTo>
                      <a:pt x="0" y="10240"/>
                      <a:pt x="10240" y="0"/>
                      <a:pt x="22873" y="0"/>
                    </a:cubicBezTo>
                    <a:close/>
                  </a:path>
                </a:pathLst>
              </a:custGeom>
              <a:ln w="19050" cap="rnd">
                <a:solidFill>
                  <a:srgbClr val="FFFFFF"/>
                </a:solidFill>
                <a:prstDash val="solid"/>
                <a:round/>
              </a:ln>
            </p:spPr>
          </p:sp>
          <p:sp>
            <p:nvSpPr>
              <p:cNvPr name="TextBox 7" id="7"/>
              <p:cNvSpPr txBox="true"/>
              <p:nvPr/>
            </p:nvSpPr>
            <p:spPr>
              <a:xfrm>
                <a:off x="0" y="-38100"/>
                <a:ext cx="4546467" cy="260419"/>
              </a:xfrm>
              <a:prstGeom prst="rect">
                <a:avLst/>
              </a:prstGeom>
            </p:spPr>
            <p:txBody>
              <a:bodyPr anchor="ctr" rtlCol="false" tIns="50800" lIns="50800" bIns="50800" rIns="50800"/>
              <a:lstStyle/>
              <a:p>
                <a:pPr algn="ctr">
                  <a:lnSpc>
                    <a:spcPts val="2659"/>
                  </a:lnSpc>
                </a:pPr>
              </a:p>
            </p:txBody>
          </p:sp>
        </p:grpSp>
        <p:sp>
          <p:nvSpPr>
            <p:cNvPr name="AutoShape 8" id="8"/>
            <p:cNvSpPr/>
            <p:nvPr/>
          </p:nvSpPr>
          <p:spPr>
            <a:xfrm>
              <a:off x="22130073" y="368470"/>
              <a:ext cx="350965" cy="383162"/>
            </a:xfrm>
            <a:prstGeom prst="line">
              <a:avLst/>
            </a:prstGeom>
            <a:ln cap="rnd" w="25400">
              <a:solidFill>
                <a:srgbClr val="FFFFFF"/>
              </a:solidFill>
              <a:prstDash val="solid"/>
              <a:headEnd type="none" len="sm" w="sm"/>
              <a:tailEnd type="none" len="sm" w="sm"/>
            </a:ln>
          </p:spPr>
        </p:sp>
        <p:sp>
          <p:nvSpPr>
            <p:cNvPr name="AutoShape 9" id="9"/>
            <p:cNvSpPr/>
            <p:nvPr/>
          </p:nvSpPr>
          <p:spPr>
            <a:xfrm flipH="true">
              <a:off x="22130073" y="377728"/>
              <a:ext cx="339363" cy="373904"/>
            </a:xfrm>
            <a:prstGeom prst="line">
              <a:avLst/>
            </a:prstGeom>
            <a:ln cap="rnd" w="25400">
              <a:solidFill>
                <a:srgbClr val="FFFFFF"/>
              </a:solidFill>
              <a:prstDash val="solid"/>
              <a:headEnd type="none" len="sm" w="sm"/>
              <a:tailEnd type="none" len="sm" w="sm"/>
            </a:ln>
          </p:spPr>
        </p:sp>
        <p:sp>
          <p:nvSpPr>
            <p:cNvPr name="AutoShape 10" id="10"/>
            <p:cNvSpPr/>
            <p:nvPr/>
          </p:nvSpPr>
          <p:spPr>
            <a:xfrm>
              <a:off x="20624713" y="560051"/>
              <a:ext cx="501367" cy="0"/>
            </a:xfrm>
            <a:prstGeom prst="line">
              <a:avLst/>
            </a:prstGeom>
            <a:ln cap="rnd" w="25400">
              <a:solidFill>
                <a:srgbClr val="FFFFFF"/>
              </a:solidFill>
              <a:prstDash val="solid"/>
              <a:headEnd type="none" len="sm" w="sm"/>
              <a:tailEnd type="none" len="sm" w="sm"/>
            </a:ln>
          </p:spPr>
        </p:sp>
        <p:grpSp>
          <p:nvGrpSpPr>
            <p:cNvPr name="Group 11" id="11"/>
            <p:cNvGrpSpPr/>
            <p:nvPr/>
          </p:nvGrpSpPr>
          <p:grpSpPr>
            <a:xfrm rot="0">
              <a:off x="21430813" y="361957"/>
              <a:ext cx="385123" cy="389674"/>
              <a:chOff x="0" y="0"/>
              <a:chExt cx="76074" cy="76973"/>
            </a:xfrm>
          </p:grpSpPr>
          <p:sp>
            <p:nvSpPr>
              <p:cNvPr name="Freeform 12" id="12"/>
              <p:cNvSpPr/>
              <p:nvPr/>
            </p:nvSpPr>
            <p:spPr>
              <a:xfrm flipH="false" flipV="false" rot="0">
                <a:off x="0" y="0"/>
                <a:ext cx="76074" cy="76973"/>
              </a:xfrm>
              <a:custGeom>
                <a:avLst/>
                <a:gdLst/>
                <a:ahLst/>
                <a:cxnLst/>
                <a:rect r="r" b="b" t="t" l="l"/>
                <a:pathLst>
                  <a:path h="76973" w="76074">
                    <a:moveTo>
                      <a:pt x="38037" y="0"/>
                    </a:moveTo>
                    <a:lnTo>
                      <a:pt x="38037" y="0"/>
                    </a:lnTo>
                    <a:cubicBezTo>
                      <a:pt x="59044" y="0"/>
                      <a:pt x="76074" y="17030"/>
                      <a:pt x="76074" y="38037"/>
                    </a:cubicBezTo>
                    <a:lnTo>
                      <a:pt x="76074" y="38936"/>
                    </a:lnTo>
                    <a:cubicBezTo>
                      <a:pt x="76074" y="59943"/>
                      <a:pt x="59044" y="76973"/>
                      <a:pt x="38037" y="76973"/>
                    </a:cubicBezTo>
                    <a:lnTo>
                      <a:pt x="38037" y="76973"/>
                    </a:lnTo>
                    <a:cubicBezTo>
                      <a:pt x="17030" y="76973"/>
                      <a:pt x="0" y="59943"/>
                      <a:pt x="0" y="38936"/>
                    </a:cubicBezTo>
                    <a:lnTo>
                      <a:pt x="0" y="38037"/>
                    </a:lnTo>
                    <a:cubicBezTo>
                      <a:pt x="0" y="17030"/>
                      <a:pt x="17030" y="0"/>
                      <a:pt x="38037" y="0"/>
                    </a:cubicBezTo>
                    <a:close/>
                  </a:path>
                </a:pathLst>
              </a:custGeom>
              <a:ln w="28575" cap="sq">
                <a:solidFill>
                  <a:srgbClr val="FFFFFF"/>
                </a:solidFill>
                <a:prstDash val="solid"/>
                <a:miter/>
              </a:ln>
            </p:spPr>
          </p:sp>
          <p:sp>
            <p:nvSpPr>
              <p:cNvPr name="TextBox 13" id="13"/>
              <p:cNvSpPr txBox="true"/>
              <p:nvPr/>
            </p:nvSpPr>
            <p:spPr>
              <a:xfrm>
                <a:off x="0" y="-38100"/>
                <a:ext cx="76074" cy="115073"/>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524366" y="222809"/>
              <a:ext cx="7965546" cy="622723"/>
            </a:xfrm>
            <a:prstGeom prst="rect">
              <a:avLst/>
            </a:prstGeom>
          </p:spPr>
          <p:txBody>
            <a:bodyPr anchor="t" rtlCol="false" tIns="0" lIns="0" bIns="0" rIns="0">
              <a:spAutoFit/>
            </a:bodyPr>
            <a:lstStyle/>
            <a:p>
              <a:pPr algn="ctr">
                <a:lnSpc>
                  <a:spcPts val="3920"/>
                </a:lnSpc>
              </a:pPr>
              <a:r>
                <a:rPr lang="en-US" sz="2800">
                  <a:solidFill>
                    <a:srgbClr val="38B6FF"/>
                  </a:solidFill>
                  <a:latin typeface="Fira Code"/>
                  <a:ea typeface="Fira Code"/>
                  <a:cs typeface="Fira Code"/>
                  <a:sym typeface="Fira Code"/>
                </a:rPr>
                <a:t>&lt;Company&gt;</a:t>
              </a:r>
              <a:r>
                <a:rPr lang="en-US" sz="2800">
                  <a:solidFill>
                    <a:srgbClr val="FFFFFF"/>
                  </a:solidFill>
                  <a:latin typeface="Fira Code"/>
                  <a:ea typeface="Fira Code"/>
                  <a:cs typeface="Fira Code"/>
                  <a:sym typeface="Fira Code"/>
                </a:rPr>
                <a:t>           </a:t>
              </a:r>
              <a:r>
                <a:rPr lang="en-US" sz="2800">
                  <a:solidFill>
                    <a:srgbClr val="AB81FF"/>
                  </a:solidFill>
                  <a:latin typeface="Fira Code"/>
                  <a:ea typeface="Fira Code"/>
                  <a:cs typeface="Fira Code"/>
                  <a:sym typeface="Fira Code"/>
                </a:rPr>
                <a:t>&lt;Lesson&gt;</a:t>
              </a:r>
            </a:p>
          </p:txBody>
        </p:sp>
      </p:grpSp>
      <p:sp>
        <p:nvSpPr>
          <p:cNvPr name="TextBox 15" id="15"/>
          <p:cNvSpPr txBox="true"/>
          <p:nvPr/>
        </p:nvSpPr>
        <p:spPr>
          <a:xfrm rot="0">
            <a:off x="1028700" y="3200987"/>
            <a:ext cx="10830853" cy="3842926"/>
          </a:xfrm>
          <a:prstGeom prst="rect">
            <a:avLst/>
          </a:prstGeom>
        </p:spPr>
        <p:txBody>
          <a:bodyPr anchor="t" rtlCol="false" tIns="0" lIns="0" bIns="0" rIns="0">
            <a:spAutoFit/>
          </a:bodyPr>
          <a:lstStyle/>
          <a:p>
            <a:pPr algn="l" marL="0" indent="0" lvl="0">
              <a:lnSpc>
                <a:spcPts val="10260"/>
              </a:lnSpc>
              <a:spcBef>
                <a:spcPct val="0"/>
              </a:spcBef>
            </a:pPr>
            <a:r>
              <a:rPr lang="en-US" sz="7328" strike="noStrike" u="none">
                <a:solidFill>
                  <a:srgbClr val="FFFFFF"/>
                </a:solidFill>
                <a:latin typeface="Fira Code"/>
                <a:ea typeface="Fira Code"/>
                <a:cs typeface="Fira Code"/>
                <a:sym typeface="Fira Code"/>
              </a:rPr>
              <a:t>Write an original statement or inspiring quote</a:t>
            </a:r>
          </a:p>
        </p:txBody>
      </p:sp>
      <p:sp>
        <p:nvSpPr>
          <p:cNvPr name="TextBox 16" id="16"/>
          <p:cNvSpPr txBox="true"/>
          <p:nvPr/>
        </p:nvSpPr>
        <p:spPr>
          <a:xfrm rot="0">
            <a:off x="1028700" y="7342664"/>
            <a:ext cx="12804764" cy="365760"/>
          </a:xfrm>
          <a:prstGeom prst="rect">
            <a:avLst/>
          </a:prstGeom>
        </p:spPr>
        <p:txBody>
          <a:bodyPr anchor="t" rtlCol="false" tIns="0" lIns="0" bIns="0" rIns="0">
            <a:spAutoFit/>
          </a:bodyPr>
          <a:lstStyle/>
          <a:p>
            <a:pPr algn="l" marL="0" indent="0" lvl="0">
              <a:lnSpc>
                <a:spcPts val="2940"/>
              </a:lnSpc>
              <a:spcBef>
                <a:spcPct val="0"/>
              </a:spcBef>
            </a:pPr>
            <a:r>
              <a:rPr lang="en-US" sz="2100">
                <a:solidFill>
                  <a:srgbClr val="FFFFFF"/>
                </a:solidFill>
                <a:latin typeface="Fira Code"/>
                <a:ea typeface="Fira Code"/>
                <a:cs typeface="Fira Code"/>
                <a:sym typeface="Fira Code"/>
              </a:rPr>
              <a:t>— Include a credit, citation, or supporting message</a:t>
            </a:r>
          </a:p>
        </p:txBody>
      </p:sp>
      <p:sp>
        <p:nvSpPr>
          <p:cNvPr name="AutoShape 17" id="17"/>
          <p:cNvSpPr/>
          <p:nvPr/>
        </p:nvSpPr>
        <p:spPr>
          <a:xfrm>
            <a:off x="16005660" y="9799853"/>
            <a:ext cx="1892134" cy="0"/>
          </a:xfrm>
          <a:prstGeom prst="line">
            <a:avLst/>
          </a:prstGeom>
          <a:ln cap="flat" w="38100">
            <a:solidFill>
              <a:srgbClr val="FFFFFF"/>
            </a:solidFill>
            <a:prstDash val="solid"/>
            <a:headEnd type="none" len="sm" w="sm"/>
            <a:tailEnd type="arrow" len="sm" w="med"/>
          </a:ln>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1195318" y="2411986"/>
            <a:ext cx="5350013" cy="6348594"/>
          </a:xfrm>
          <a:custGeom>
            <a:avLst/>
            <a:gdLst/>
            <a:ahLst/>
            <a:cxnLst/>
            <a:rect r="r" b="b" t="t" l="l"/>
            <a:pathLst>
              <a:path h="6348594" w="5350013">
                <a:moveTo>
                  <a:pt x="0" y="0"/>
                </a:moveTo>
                <a:lnTo>
                  <a:pt x="5350013" y="0"/>
                </a:lnTo>
                <a:lnTo>
                  <a:pt x="5350013" y="6348594"/>
                </a:lnTo>
                <a:lnTo>
                  <a:pt x="0" y="6348594"/>
                </a:lnTo>
                <a:lnTo>
                  <a:pt x="0" y="0"/>
                </a:lnTo>
                <a:close/>
              </a:path>
            </a:pathLst>
          </a:custGeom>
          <a:blipFill>
            <a:blip r:embed="rId2"/>
            <a:stretch>
              <a:fillRect l="0" t="0" r="0" b="0"/>
            </a:stretch>
          </a:blipFill>
        </p:spPr>
      </p:sp>
      <p:sp>
        <p:nvSpPr>
          <p:cNvPr name="Freeform 3" id="3"/>
          <p:cNvSpPr/>
          <p:nvPr/>
        </p:nvSpPr>
        <p:spPr>
          <a:xfrm flipH="true" flipV="true" rot="-5400000">
            <a:off x="3302655" y="-3708842"/>
            <a:ext cx="11927910" cy="18533220"/>
          </a:xfrm>
          <a:custGeom>
            <a:avLst/>
            <a:gdLst/>
            <a:ahLst/>
            <a:cxnLst/>
            <a:rect r="r" b="b" t="t" l="l"/>
            <a:pathLst>
              <a:path h="18533220" w="11927910">
                <a:moveTo>
                  <a:pt x="11927910" y="18533220"/>
                </a:moveTo>
                <a:lnTo>
                  <a:pt x="0" y="18533220"/>
                </a:lnTo>
                <a:lnTo>
                  <a:pt x="0" y="0"/>
                </a:lnTo>
                <a:lnTo>
                  <a:pt x="11927910" y="0"/>
                </a:lnTo>
                <a:lnTo>
                  <a:pt x="11927910" y="18533220"/>
                </a:lnTo>
                <a:close/>
              </a:path>
            </a:pathLst>
          </a:custGeom>
          <a:blipFill>
            <a:blip r:embed="rId3">
              <a:alphaModFix amt="50000"/>
            </a:blip>
            <a:stretch>
              <a:fillRect l="0" t="-7208" r="0" b="-7208"/>
            </a:stretch>
          </a:blipFill>
        </p:spPr>
      </p:sp>
      <p:grpSp>
        <p:nvGrpSpPr>
          <p:cNvPr name="Group 4" id="4"/>
          <p:cNvGrpSpPr/>
          <p:nvPr/>
        </p:nvGrpSpPr>
        <p:grpSpPr>
          <a:xfrm rot="0">
            <a:off x="635426" y="606641"/>
            <a:ext cx="17262368" cy="844118"/>
            <a:chOff x="0" y="0"/>
            <a:chExt cx="23016491" cy="1125490"/>
          </a:xfrm>
        </p:grpSpPr>
        <p:grpSp>
          <p:nvGrpSpPr>
            <p:cNvPr name="Group 5" id="5"/>
            <p:cNvGrpSpPr/>
            <p:nvPr/>
          </p:nvGrpSpPr>
          <p:grpSpPr>
            <a:xfrm rot="0">
              <a:off x="0" y="0"/>
              <a:ext cx="23016491" cy="1125490"/>
              <a:chOff x="0" y="0"/>
              <a:chExt cx="4546467" cy="222319"/>
            </a:xfrm>
          </p:grpSpPr>
          <p:sp>
            <p:nvSpPr>
              <p:cNvPr name="Freeform 6" id="6"/>
              <p:cNvSpPr/>
              <p:nvPr/>
            </p:nvSpPr>
            <p:spPr>
              <a:xfrm flipH="false" flipV="false" rot="0">
                <a:off x="0" y="0"/>
                <a:ext cx="4546467" cy="222319"/>
              </a:xfrm>
              <a:custGeom>
                <a:avLst/>
                <a:gdLst/>
                <a:ahLst/>
                <a:cxnLst/>
                <a:rect r="r" b="b" t="t" l="l"/>
                <a:pathLst>
                  <a:path h="222319" w="4546467">
                    <a:moveTo>
                      <a:pt x="22873" y="0"/>
                    </a:moveTo>
                    <a:lnTo>
                      <a:pt x="4523595" y="0"/>
                    </a:lnTo>
                    <a:cubicBezTo>
                      <a:pt x="4529661" y="0"/>
                      <a:pt x="4535479" y="2410"/>
                      <a:pt x="4539768" y="6699"/>
                    </a:cubicBezTo>
                    <a:cubicBezTo>
                      <a:pt x="4544058" y="10989"/>
                      <a:pt x="4546467" y="16807"/>
                      <a:pt x="4546467" y="22873"/>
                    </a:cubicBezTo>
                    <a:lnTo>
                      <a:pt x="4546467" y="199446"/>
                    </a:lnTo>
                    <a:cubicBezTo>
                      <a:pt x="4546467" y="212079"/>
                      <a:pt x="4536227" y="222319"/>
                      <a:pt x="4523595" y="222319"/>
                    </a:cubicBezTo>
                    <a:lnTo>
                      <a:pt x="22873" y="222319"/>
                    </a:lnTo>
                    <a:cubicBezTo>
                      <a:pt x="10240" y="222319"/>
                      <a:pt x="0" y="212079"/>
                      <a:pt x="0" y="199446"/>
                    </a:cubicBezTo>
                    <a:lnTo>
                      <a:pt x="0" y="22873"/>
                    </a:lnTo>
                    <a:cubicBezTo>
                      <a:pt x="0" y="10240"/>
                      <a:pt x="10240" y="0"/>
                      <a:pt x="22873" y="0"/>
                    </a:cubicBezTo>
                    <a:close/>
                  </a:path>
                </a:pathLst>
              </a:custGeom>
              <a:ln w="19050" cap="rnd">
                <a:solidFill>
                  <a:srgbClr val="FFFFFF"/>
                </a:solidFill>
                <a:prstDash val="solid"/>
                <a:round/>
              </a:ln>
            </p:spPr>
          </p:sp>
          <p:sp>
            <p:nvSpPr>
              <p:cNvPr name="TextBox 7" id="7"/>
              <p:cNvSpPr txBox="true"/>
              <p:nvPr/>
            </p:nvSpPr>
            <p:spPr>
              <a:xfrm>
                <a:off x="0" y="-38100"/>
                <a:ext cx="4546467" cy="260419"/>
              </a:xfrm>
              <a:prstGeom prst="rect">
                <a:avLst/>
              </a:prstGeom>
            </p:spPr>
            <p:txBody>
              <a:bodyPr anchor="ctr" rtlCol="false" tIns="50800" lIns="50800" bIns="50800" rIns="50800"/>
              <a:lstStyle/>
              <a:p>
                <a:pPr algn="ctr">
                  <a:lnSpc>
                    <a:spcPts val="2659"/>
                  </a:lnSpc>
                </a:pPr>
              </a:p>
            </p:txBody>
          </p:sp>
        </p:grpSp>
        <p:sp>
          <p:nvSpPr>
            <p:cNvPr name="AutoShape 8" id="8"/>
            <p:cNvSpPr/>
            <p:nvPr/>
          </p:nvSpPr>
          <p:spPr>
            <a:xfrm>
              <a:off x="22130073" y="368470"/>
              <a:ext cx="350965" cy="383162"/>
            </a:xfrm>
            <a:prstGeom prst="line">
              <a:avLst/>
            </a:prstGeom>
            <a:ln cap="rnd" w="25400">
              <a:solidFill>
                <a:srgbClr val="FFFFFF"/>
              </a:solidFill>
              <a:prstDash val="solid"/>
              <a:headEnd type="none" len="sm" w="sm"/>
              <a:tailEnd type="none" len="sm" w="sm"/>
            </a:ln>
          </p:spPr>
        </p:sp>
        <p:sp>
          <p:nvSpPr>
            <p:cNvPr name="AutoShape 9" id="9"/>
            <p:cNvSpPr/>
            <p:nvPr/>
          </p:nvSpPr>
          <p:spPr>
            <a:xfrm flipH="true">
              <a:off x="22130073" y="377728"/>
              <a:ext cx="339363" cy="373904"/>
            </a:xfrm>
            <a:prstGeom prst="line">
              <a:avLst/>
            </a:prstGeom>
            <a:ln cap="rnd" w="25400">
              <a:solidFill>
                <a:srgbClr val="FFFFFF"/>
              </a:solidFill>
              <a:prstDash val="solid"/>
              <a:headEnd type="none" len="sm" w="sm"/>
              <a:tailEnd type="none" len="sm" w="sm"/>
            </a:ln>
          </p:spPr>
        </p:sp>
        <p:sp>
          <p:nvSpPr>
            <p:cNvPr name="AutoShape 10" id="10"/>
            <p:cNvSpPr/>
            <p:nvPr/>
          </p:nvSpPr>
          <p:spPr>
            <a:xfrm>
              <a:off x="20624713" y="560051"/>
              <a:ext cx="501367" cy="0"/>
            </a:xfrm>
            <a:prstGeom prst="line">
              <a:avLst/>
            </a:prstGeom>
            <a:ln cap="rnd" w="25400">
              <a:solidFill>
                <a:srgbClr val="FFFFFF"/>
              </a:solidFill>
              <a:prstDash val="solid"/>
              <a:headEnd type="none" len="sm" w="sm"/>
              <a:tailEnd type="none" len="sm" w="sm"/>
            </a:ln>
          </p:spPr>
        </p:sp>
        <p:grpSp>
          <p:nvGrpSpPr>
            <p:cNvPr name="Group 11" id="11"/>
            <p:cNvGrpSpPr/>
            <p:nvPr/>
          </p:nvGrpSpPr>
          <p:grpSpPr>
            <a:xfrm rot="0">
              <a:off x="21430813" y="361957"/>
              <a:ext cx="385123" cy="389674"/>
              <a:chOff x="0" y="0"/>
              <a:chExt cx="76074" cy="76973"/>
            </a:xfrm>
          </p:grpSpPr>
          <p:sp>
            <p:nvSpPr>
              <p:cNvPr name="Freeform 12" id="12"/>
              <p:cNvSpPr/>
              <p:nvPr/>
            </p:nvSpPr>
            <p:spPr>
              <a:xfrm flipH="false" flipV="false" rot="0">
                <a:off x="0" y="0"/>
                <a:ext cx="76074" cy="76973"/>
              </a:xfrm>
              <a:custGeom>
                <a:avLst/>
                <a:gdLst/>
                <a:ahLst/>
                <a:cxnLst/>
                <a:rect r="r" b="b" t="t" l="l"/>
                <a:pathLst>
                  <a:path h="76973" w="76074">
                    <a:moveTo>
                      <a:pt x="38037" y="0"/>
                    </a:moveTo>
                    <a:lnTo>
                      <a:pt x="38037" y="0"/>
                    </a:lnTo>
                    <a:cubicBezTo>
                      <a:pt x="59044" y="0"/>
                      <a:pt x="76074" y="17030"/>
                      <a:pt x="76074" y="38037"/>
                    </a:cubicBezTo>
                    <a:lnTo>
                      <a:pt x="76074" y="38936"/>
                    </a:lnTo>
                    <a:cubicBezTo>
                      <a:pt x="76074" y="59943"/>
                      <a:pt x="59044" y="76973"/>
                      <a:pt x="38037" y="76973"/>
                    </a:cubicBezTo>
                    <a:lnTo>
                      <a:pt x="38037" y="76973"/>
                    </a:lnTo>
                    <a:cubicBezTo>
                      <a:pt x="17030" y="76973"/>
                      <a:pt x="0" y="59943"/>
                      <a:pt x="0" y="38936"/>
                    </a:cubicBezTo>
                    <a:lnTo>
                      <a:pt x="0" y="38037"/>
                    </a:lnTo>
                    <a:cubicBezTo>
                      <a:pt x="0" y="17030"/>
                      <a:pt x="17030" y="0"/>
                      <a:pt x="38037" y="0"/>
                    </a:cubicBezTo>
                    <a:close/>
                  </a:path>
                </a:pathLst>
              </a:custGeom>
              <a:ln w="28575" cap="sq">
                <a:solidFill>
                  <a:srgbClr val="FFFFFF"/>
                </a:solidFill>
                <a:prstDash val="solid"/>
                <a:miter/>
              </a:ln>
            </p:spPr>
          </p:sp>
          <p:sp>
            <p:nvSpPr>
              <p:cNvPr name="TextBox 13" id="13"/>
              <p:cNvSpPr txBox="true"/>
              <p:nvPr/>
            </p:nvSpPr>
            <p:spPr>
              <a:xfrm>
                <a:off x="0" y="-38100"/>
                <a:ext cx="76074" cy="115073"/>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524366" y="222809"/>
              <a:ext cx="7965546" cy="622723"/>
            </a:xfrm>
            <a:prstGeom prst="rect">
              <a:avLst/>
            </a:prstGeom>
          </p:spPr>
          <p:txBody>
            <a:bodyPr anchor="t" rtlCol="false" tIns="0" lIns="0" bIns="0" rIns="0">
              <a:spAutoFit/>
            </a:bodyPr>
            <a:lstStyle/>
            <a:p>
              <a:pPr algn="ctr">
                <a:lnSpc>
                  <a:spcPts val="3920"/>
                </a:lnSpc>
              </a:pPr>
              <a:r>
                <a:rPr lang="en-US" sz="2800">
                  <a:solidFill>
                    <a:srgbClr val="38B6FF"/>
                  </a:solidFill>
                  <a:latin typeface="Fira Code"/>
                  <a:ea typeface="Fira Code"/>
                  <a:cs typeface="Fira Code"/>
                  <a:sym typeface="Fira Code"/>
                </a:rPr>
                <a:t>&lt;Company&gt;</a:t>
              </a:r>
              <a:r>
                <a:rPr lang="en-US" sz="2800">
                  <a:solidFill>
                    <a:srgbClr val="FFFFFF"/>
                  </a:solidFill>
                  <a:latin typeface="Fira Code"/>
                  <a:ea typeface="Fira Code"/>
                  <a:cs typeface="Fira Code"/>
                  <a:sym typeface="Fira Code"/>
                </a:rPr>
                <a:t>           </a:t>
              </a:r>
              <a:r>
                <a:rPr lang="en-US" sz="2800">
                  <a:solidFill>
                    <a:srgbClr val="AB81FF"/>
                  </a:solidFill>
                  <a:latin typeface="Fira Code"/>
                  <a:ea typeface="Fira Code"/>
                  <a:cs typeface="Fira Code"/>
                  <a:sym typeface="Fira Code"/>
                </a:rPr>
                <a:t>&lt;Lesson&gt;</a:t>
              </a:r>
            </a:p>
          </p:txBody>
        </p:sp>
      </p:grpSp>
      <p:sp>
        <p:nvSpPr>
          <p:cNvPr name="TextBox 15" id="15"/>
          <p:cNvSpPr txBox="true"/>
          <p:nvPr/>
        </p:nvSpPr>
        <p:spPr>
          <a:xfrm rot="0">
            <a:off x="1028700" y="3504872"/>
            <a:ext cx="8705689" cy="5566410"/>
          </a:xfrm>
          <a:prstGeom prst="rect">
            <a:avLst/>
          </a:prstGeom>
        </p:spPr>
        <p:txBody>
          <a:bodyPr anchor="t" rtlCol="false" tIns="0" lIns="0" bIns="0" rIns="0">
            <a:spAutoFit/>
          </a:bodyPr>
          <a:lstStyle/>
          <a:p>
            <a:pPr algn="l" marL="0" indent="0" lvl="0">
              <a:lnSpc>
                <a:spcPts val="2939"/>
              </a:lnSpc>
              <a:spcBef>
                <a:spcPct val="0"/>
              </a:spcBef>
            </a:pPr>
            <a:r>
              <a:rPr lang="en-US" sz="2099" strike="noStrike" u="none">
                <a:solidFill>
                  <a:srgbClr val="FFFFFF"/>
                </a:solidFill>
                <a:latin typeface="Fira Code"/>
                <a:ea typeface="Fira Code"/>
                <a:cs typeface="Fira Code"/>
                <a:sym typeface="Fira Code"/>
              </a:rPr>
              <a:t>Embark on your journey into the world of programming with us! Join our workshop and take the first step towards becoming a proficient programmer. No matter your background or experience level, we're here to support you in your learning journey.</a:t>
            </a:r>
          </a:p>
          <a:p>
            <a:pPr algn="l" marL="0" indent="0" lvl="0">
              <a:lnSpc>
                <a:spcPts val="2939"/>
              </a:lnSpc>
              <a:spcBef>
                <a:spcPct val="0"/>
              </a:spcBef>
            </a:pPr>
          </a:p>
          <a:p>
            <a:pPr algn="l" marL="0" indent="0" lvl="0">
              <a:lnSpc>
                <a:spcPts val="2939"/>
              </a:lnSpc>
              <a:spcBef>
                <a:spcPct val="0"/>
              </a:spcBef>
            </a:pPr>
            <a:r>
              <a:rPr lang="en-US" sz="2099" strike="noStrike" u="none">
                <a:solidFill>
                  <a:srgbClr val="FFFFFF"/>
                </a:solidFill>
                <a:latin typeface="Fira Code"/>
                <a:ea typeface="Fira Code"/>
                <a:cs typeface="Fira Code"/>
                <a:sym typeface="Fira Code"/>
              </a:rPr>
              <a:t>Ready to dive in? Let's start coding together!</a:t>
            </a:r>
          </a:p>
          <a:p>
            <a:pPr algn="l" marL="0" indent="0" lvl="0">
              <a:lnSpc>
                <a:spcPts val="2939"/>
              </a:lnSpc>
              <a:spcBef>
                <a:spcPct val="0"/>
              </a:spcBef>
            </a:pPr>
          </a:p>
          <a:p>
            <a:pPr algn="l" marL="0" indent="0" lvl="0">
              <a:lnSpc>
                <a:spcPts val="2939"/>
              </a:lnSpc>
              <a:spcBef>
                <a:spcPct val="0"/>
              </a:spcBef>
            </a:pPr>
            <a:r>
              <a:rPr lang="en-US" sz="2099" strike="noStrike" u="none">
                <a:solidFill>
                  <a:srgbClr val="FFFFFF"/>
                </a:solidFill>
                <a:latin typeface="Fira Code"/>
                <a:ea typeface="Fira Code"/>
                <a:cs typeface="Fira Code"/>
                <a:sym typeface="Fira Code"/>
              </a:rPr>
              <a:t>For inquiries and registration, please contact [Your Contact Information].</a:t>
            </a:r>
          </a:p>
          <a:p>
            <a:pPr algn="l" marL="0" indent="0" lvl="0">
              <a:lnSpc>
                <a:spcPts val="2939"/>
              </a:lnSpc>
              <a:spcBef>
                <a:spcPct val="0"/>
              </a:spcBef>
            </a:pPr>
          </a:p>
          <a:p>
            <a:pPr algn="l" marL="0" indent="0" lvl="0">
              <a:lnSpc>
                <a:spcPts val="2939"/>
              </a:lnSpc>
              <a:spcBef>
                <a:spcPct val="0"/>
              </a:spcBef>
            </a:pPr>
            <a:r>
              <a:rPr lang="en-US" sz="2099" strike="noStrike" u="none">
                <a:solidFill>
                  <a:srgbClr val="FFFFFF"/>
                </a:solidFill>
                <a:latin typeface="Fira Code"/>
                <a:ea typeface="Fira Code"/>
                <a:cs typeface="Fira Code"/>
                <a:sym typeface="Fira Code"/>
              </a:rPr>
              <a:t>[Include any logos, affiliations, or additional details as needed]</a:t>
            </a:r>
          </a:p>
          <a:p>
            <a:pPr algn="l" marL="0" indent="0" lvl="0">
              <a:lnSpc>
                <a:spcPts val="2939"/>
              </a:lnSpc>
              <a:spcBef>
                <a:spcPct val="0"/>
              </a:spcBef>
            </a:pPr>
          </a:p>
          <a:p>
            <a:pPr algn="l" marL="0" indent="0" lvl="0">
              <a:lnSpc>
                <a:spcPts val="2939"/>
              </a:lnSpc>
              <a:spcBef>
                <a:spcPct val="0"/>
              </a:spcBef>
            </a:pPr>
            <a:r>
              <a:rPr lang="en-US" sz="2099" strike="noStrike" u="none">
                <a:solidFill>
                  <a:srgbClr val="FFFFFF"/>
                </a:solidFill>
                <a:latin typeface="Fira Code"/>
                <a:ea typeface="Fira Code"/>
                <a:cs typeface="Fira Code"/>
                <a:sym typeface="Fira Code"/>
              </a:rPr>
              <a:t>[End of Presentation]</a:t>
            </a:r>
          </a:p>
        </p:txBody>
      </p:sp>
      <p:sp>
        <p:nvSpPr>
          <p:cNvPr name="TextBox 16" id="16"/>
          <p:cNvSpPr txBox="true"/>
          <p:nvPr/>
        </p:nvSpPr>
        <p:spPr>
          <a:xfrm rot="0">
            <a:off x="1028700" y="1958409"/>
            <a:ext cx="10830853" cy="1252126"/>
          </a:xfrm>
          <a:prstGeom prst="rect">
            <a:avLst/>
          </a:prstGeom>
        </p:spPr>
        <p:txBody>
          <a:bodyPr anchor="t" rtlCol="false" tIns="0" lIns="0" bIns="0" rIns="0">
            <a:spAutoFit/>
          </a:bodyPr>
          <a:lstStyle/>
          <a:p>
            <a:pPr algn="l" marL="0" indent="0" lvl="0">
              <a:lnSpc>
                <a:spcPts val="10260"/>
              </a:lnSpc>
              <a:spcBef>
                <a:spcPct val="0"/>
              </a:spcBef>
            </a:pPr>
            <a:r>
              <a:rPr lang="en-US" sz="7328">
                <a:solidFill>
                  <a:srgbClr val="FFFFFF"/>
                </a:solidFill>
                <a:latin typeface="Fira Code"/>
                <a:ea typeface="Fira Code"/>
                <a:cs typeface="Fira Code"/>
                <a:sym typeface="Fira Code"/>
              </a:rPr>
              <a:t>Thank </a:t>
            </a:r>
            <a:r>
              <a:rPr lang="en-US" sz="7328">
                <a:solidFill>
                  <a:srgbClr val="AB81FF"/>
                </a:solidFill>
                <a:latin typeface="Fira Code"/>
                <a:ea typeface="Fira Code"/>
                <a:cs typeface="Fira Code"/>
                <a:sym typeface="Fira Code"/>
              </a:rPr>
              <a:t>You!}`</a:t>
            </a:r>
          </a:p>
        </p:txBody>
      </p:sp>
      <p:sp>
        <p:nvSpPr>
          <p:cNvPr name="AutoShape 17" id="17"/>
          <p:cNvSpPr/>
          <p:nvPr/>
        </p:nvSpPr>
        <p:spPr>
          <a:xfrm>
            <a:off x="16005660" y="9799853"/>
            <a:ext cx="1892134" cy="0"/>
          </a:xfrm>
          <a:prstGeom prst="line">
            <a:avLst/>
          </a:prstGeom>
          <a:ln cap="flat" w="38100">
            <a:solidFill>
              <a:srgbClr val="FFFFFF"/>
            </a:solidFill>
            <a:prstDash val="solid"/>
            <a:headEnd type="none" len="sm" w="sm"/>
            <a:tailEnd type="arrow" len="sm" w="med"/>
          </a:ln>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true" flipV="true" rot="-5400000">
            <a:off x="3302655" y="-3708842"/>
            <a:ext cx="11927910" cy="18533220"/>
          </a:xfrm>
          <a:custGeom>
            <a:avLst/>
            <a:gdLst/>
            <a:ahLst/>
            <a:cxnLst/>
            <a:rect r="r" b="b" t="t" l="l"/>
            <a:pathLst>
              <a:path h="18533220" w="11927910">
                <a:moveTo>
                  <a:pt x="11927910" y="18533220"/>
                </a:moveTo>
                <a:lnTo>
                  <a:pt x="0" y="18533220"/>
                </a:lnTo>
                <a:lnTo>
                  <a:pt x="0" y="0"/>
                </a:lnTo>
                <a:lnTo>
                  <a:pt x="11927910" y="0"/>
                </a:lnTo>
                <a:lnTo>
                  <a:pt x="11927910" y="18533220"/>
                </a:lnTo>
                <a:close/>
              </a:path>
            </a:pathLst>
          </a:custGeom>
          <a:blipFill>
            <a:blip r:embed="rId2">
              <a:alphaModFix amt="50000"/>
            </a:blip>
            <a:stretch>
              <a:fillRect l="0" t="-7208" r="0" b="-7208"/>
            </a:stretch>
          </a:blipFill>
        </p:spPr>
      </p:sp>
      <p:sp>
        <p:nvSpPr>
          <p:cNvPr name="Freeform 3" id="3"/>
          <p:cNvSpPr/>
          <p:nvPr/>
        </p:nvSpPr>
        <p:spPr>
          <a:xfrm flipH="false" flipV="false" rot="0">
            <a:off x="10292236" y="1924837"/>
            <a:ext cx="1231233" cy="912514"/>
          </a:xfrm>
          <a:custGeom>
            <a:avLst/>
            <a:gdLst/>
            <a:ahLst/>
            <a:cxnLst/>
            <a:rect r="r" b="b" t="t" l="l"/>
            <a:pathLst>
              <a:path h="912514" w="1231233">
                <a:moveTo>
                  <a:pt x="0" y="0"/>
                </a:moveTo>
                <a:lnTo>
                  <a:pt x="1231233" y="0"/>
                </a:lnTo>
                <a:lnTo>
                  <a:pt x="1231233" y="912515"/>
                </a:lnTo>
                <a:lnTo>
                  <a:pt x="0" y="912515"/>
                </a:lnTo>
                <a:lnTo>
                  <a:pt x="0" y="0"/>
                </a:lnTo>
                <a:close/>
              </a:path>
            </a:pathLst>
          </a:custGeom>
          <a:blipFill>
            <a:blip r:embed="rId3"/>
            <a:stretch>
              <a:fillRect l="0" t="0" r="0" b="0"/>
            </a:stretch>
          </a:blipFill>
        </p:spPr>
      </p:sp>
      <p:sp>
        <p:nvSpPr>
          <p:cNvPr name="Freeform 4" id="4"/>
          <p:cNvSpPr/>
          <p:nvPr/>
        </p:nvSpPr>
        <p:spPr>
          <a:xfrm flipH="false" flipV="false" rot="0">
            <a:off x="11979037" y="1729687"/>
            <a:ext cx="1104337" cy="1302815"/>
          </a:xfrm>
          <a:custGeom>
            <a:avLst/>
            <a:gdLst/>
            <a:ahLst/>
            <a:cxnLst/>
            <a:rect r="r" b="b" t="t" l="l"/>
            <a:pathLst>
              <a:path h="1302815" w="1104337">
                <a:moveTo>
                  <a:pt x="0" y="0"/>
                </a:moveTo>
                <a:lnTo>
                  <a:pt x="1104337" y="0"/>
                </a:lnTo>
                <a:lnTo>
                  <a:pt x="1104337" y="1302815"/>
                </a:lnTo>
                <a:lnTo>
                  <a:pt x="0" y="1302815"/>
                </a:lnTo>
                <a:lnTo>
                  <a:pt x="0" y="0"/>
                </a:lnTo>
                <a:close/>
              </a:path>
            </a:pathLst>
          </a:custGeom>
          <a:blipFill>
            <a:blip r:embed="rId4"/>
            <a:stretch>
              <a:fillRect l="0" t="0" r="0" b="0"/>
            </a:stretch>
          </a:blipFill>
        </p:spPr>
      </p:sp>
      <p:sp>
        <p:nvSpPr>
          <p:cNvPr name="Freeform 5" id="5"/>
          <p:cNvSpPr/>
          <p:nvPr/>
        </p:nvSpPr>
        <p:spPr>
          <a:xfrm flipH="false" flipV="false" rot="0">
            <a:off x="13537245" y="1845014"/>
            <a:ext cx="962341" cy="1072161"/>
          </a:xfrm>
          <a:custGeom>
            <a:avLst/>
            <a:gdLst/>
            <a:ahLst/>
            <a:cxnLst/>
            <a:rect r="r" b="b" t="t" l="l"/>
            <a:pathLst>
              <a:path h="1072161" w="962341">
                <a:moveTo>
                  <a:pt x="0" y="0"/>
                </a:moveTo>
                <a:lnTo>
                  <a:pt x="962341" y="0"/>
                </a:lnTo>
                <a:lnTo>
                  <a:pt x="962341" y="1072161"/>
                </a:lnTo>
                <a:lnTo>
                  <a:pt x="0" y="1072161"/>
                </a:lnTo>
                <a:lnTo>
                  <a:pt x="0" y="0"/>
                </a:lnTo>
                <a:close/>
              </a:path>
            </a:pathLst>
          </a:custGeom>
          <a:blipFill>
            <a:blip r:embed="rId5"/>
            <a:stretch>
              <a:fillRect l="0" t="0" r="0" b="0"/>
            </a:stretch>
          </a:blipFill>
        </p:spPr>
      </p:sp>
      <p:sp>
        <p:nvSpPr>
          <p:cNvPr name="Freeform 6" id="6"/>
          <p:cNvSpPr/>
          <p:nvPr/>
        </p:nvSpPr>
        <p:spPr>
          <a:xfrm flipH="false" flipV="false" rot="0">
            <a:off x="15136181" y="1845014"/>
            <a:ext cx="788716" cy="1072161"/>
          </a:xfrm>
          <a:custGeom>
            <a:avLst/>
            <a:gdLst/>
            <a:ahLst/>
            <a:cxnLst/>
            <a:rect r="r" b="b" t="t" l="l"/>
            <a:pathLst>
              <a:path h="1072161" w="788716">
                <a:moveTo>
                  <a:pt x="0" y="0"/>
                </a:moveTo>
                <a:lnTo>
                  <a:pt x="788716" y="0"/>
                </a:lnTo>
                <a:lnTo>
                  <a:pt x="788716" y="1072161"/>
                </a:lnTo>
                <a:lnTo>
                  <a:pt x="0" y="1072161"/>
                </a:lnTo>
                <a:lnTo>
                  <a:pt x="0" y="0"/>
                </a:lnTo>
                <a:close/>
              </a:path>
            </a:pathLst>
          </a:custGeom>
          <a:blipFill>
            <a:blip r:embed="rId6"/>
            <a:stretch>
              <a:fillRect l="0" t="0" r="0" b="0"/>
            </a:stretch>
          </a:blipFill>
        </p:spPr>
      </p:sp>
      <p:sp>
        <p:nvSpPr>
          <p:cNvPr name="Freeform 7" id="7"/>
          <p:cNvSpPr/>
          <p:nvPr/>
        </p:nvSpPr>
        <p:spPr>
          <a:xfrm flipH="false" flipV="false" rot="0">
            <a:off x="10150394" y="3315431"/>
            <a:ext cx="1251403" cy="1251403"/>
          </a:xfrm>
          <a:custGeom>
            <a:avLst/>
            <a:gdLst/>
            <a:ahLst/>
            <a:cxnLst/>
            <a:rect r="r" b="b" t="t" l="l"/>
            <a:pathLst>
              <a:path h="1251403" w="1251403">
                <a:moveTo>
                  <a:pt x="0" y="0"/>
                </a:moveTo>
                <a:lnTo>
                  <a:pt x="1251404" y="0"/>
                </a:lnTo>
                <a:lnTo>
                  <a:pt x="1251404" y="1251403"/>
                </a:lnTo>
                <a:lnTo>
                  <a:pt x="0" y="1251403"/>
                </a:lnTo>
                <a:lnTo>
                  <a:pt x="0" y="0"/>
                </a:lnTo>
                <a:close/>
              </a:path>
            </a:pathLst>
          </a:custGeom>
          <a:blipFill>
            <a:blip r:embed="rId7"/>
            <a:stretch>
              <a:fillRect l="0" t="0" r="0" b="0"/>
            </a:stretch>
          </a:blipFill>
        </p:spPr>
      </p:sp>
      <p:sp>
        <p:nvSpPr>
          <p:cNvPr name="Freeform 8" id="8"/>
          <p:cNvSpPr/>
          <p:nvPr/>
        </p:nvSpPr>
        <p:spPr>
          <a:xfrm flipH="false" flipV="false" rot="0">
            <a:off x="11807113" y="3333472"/>
            <a:ext cx="1007036" cy="1215321"/>
          </a:xfrm>
          <a:custGeom>
            <a:avLst/>
            <a:gdLst/>
            <a:ahLst/>
            <a:cxnLst/>
            <a:rect r="r" b="b" t="t" l="l"/>
            <a:pathLst>
              <a:path h="1215321" w="1007036">
                <a:moveTo>
                  <a:pt x="0" y="0"/>
                </a:moveTo>
                <a:lnTo>
                  <a:pt x="1007036" y="0"/>
                </a:lnTo>
                <a:lnTo>
                  <a:pt x="1007036" y="1215321"/>
                </a:lnTo>
                <a:lnTo>
                  <a:pt x="0" y="1215321"/>
                </a:lnTo>
                <a:lnTo>
                  <a:pt x="0" y="0"/>
                </a:lnTo>
                <a:close/>
              </a:path>
            </a:pathLst>
          </a:custGeom>
          <a:blipFill>
            <a:blip r:embed="rId8"/>
            <a:stretch>
              <a:fillRect l="0" t="0" r="0" b="0"/>
            </a:stretch>
          </a:blipFill>
        </p:spPr>
      </p:sp>
      <p:sp>
        <p:nvSpPr>
          <p:cNvPr name="Freeform 9" id="9"/>
          <p:cNvSpPr/>
          <p:nvPr/>
        </p:nvSpPr>
        <p:spPr>
          <a:xfrm flipH="false" flipV="false" rot="0">
            <a:off x="13354598" y="3259465"/>
            <a:ext cx="1229480" cy="1363334"/>
          </a:xfrm>
          <a:custGeom>
            <a:avLst/>
            <a:gdLst/>
            <a:ahLst/>
            <a:cxnLst/>
            <a:rect r="r" b="b" t="t" l="l"/>
            <a:pathLst>
              <a:path h="1363334" w="1229480">
                <a:moveTo>
                  <a:pt x="0" y="0"/>
                </a:moveTo>
                <a:lnTo>
                  <a:pt x="1229480" y="0"/>
                </a:lnTo>
                <a:lnTo>
                  <a:pt x="1229480" y="1363334"/>
                </a:lnTo>
                <a:lnTo>
                  <a:pt x="0" y="1363334"/>
                </a:lnTo>
                <a:lnTo>
                  <a:pt x="0" y="0"/>
                </a:lnTo>
                <a:close/>
              </a:path>
            </a:pathLst>
          </a:custGeom>
          <a:blipFill>
            <a:blip r:embed="rId9"/>
            <a:stretch>
              <a:fillRect l="0" t="0" r="0" b="0"/>
            </a:stretch>
          </a:blipFill>
        </p:spPr>
      </p:sp>
      <p:sp>
        <p:nvSpPr>
          <p:cNvPr name="Freeform 10" id="10"/>
          <p:cNvSpPr/>
          <p:nvPr/>
        </p:nvSpPr>
        <p:spPr>
          <a:xfrm flipH="false" flipV="false" rot="0">
            <a:off x="15024874" y="3226484"/>
            <a:ext cx="1011329" cy="1502325"/>
          </a:xfrm>
          <a:custGeom>
            <a:avLst/>
            <a:gdLst/>
            <a:ahLst/>
            <a:cxnLst/>
            <a:rect r="r" b="b" t="t" l="l"/>
            <a:pathLst>
              <a:path h="1502325" w="1011329">
                <a:moveTo>
                  <a:pt x="0" y="0"/>
                </a:moveTo>
                <a:lnTo>
                  <a:pt x="1011329" y="0"/>
                </a:lnTo>
                <a:lnTo>
                  <a:pt x="1011329" y="1502325"/>
                </a:lnTo>
                <a:lnTo>
                  <a:pt x="0" y="1502325"/>
                </a:lnTo>
                <a:lnTo>
                  <a:pt x="0" y="0"/>
                </a:lnTo>
                <a:close/>
              </a:path>
            </a:pathLst>
          </a:custGeom>
          <a:blipFill>
            <a:blip r:embed="rId10"/>
            <a:stretch>
              <a:fillRect l="0" t="0" r="0" b="0"/>
            </a:stretch>
          </a:blipFill>
        </p:spPr>
      </p:sp>
      <p:sp>
        <p:nvSpPr>
          <p:cNvPr name="Freeform 11" id="11"/>
          <p:cNvSpPr/>
          <p:nvPr/>
        </p:nvSpPr>
        <p:spPr>
          <a:xfrm flipH="false" flipV="false" rot="0">
            <a:off x="10185724" y="5150447"/>
            <a:ext cx="985830" cy="1099580"/>
          </a:xfrm>
          <a:custGeom>
            <a:avLst/>
            <a:gdLst/>
            <a:ahLst/>
            <a:cxnLst/>
            <a:rect r="r" b="b" t="t" l="l"/>
            <a:pathLst>
              <a:path h="1099580" w="985830">
                <a:moveTo>
                  <a:pt x="0" y="0"/>
                </a:moveTo>
                <a:lnTo>
                  <a:pt x="985831" y="0"/>
                </a:lnTo>
                <a:lnTo>
                  <a:pt x="985831" y="1099580"/>
                </a:lnTo>
                <a:lnTo>
                  <a:pt x="0" y="1099580"/>
                </a:lnTo>
                <a:lnTo>
                  <a:pt x="0" y="0"/>
                </a:lnTo>
                <a:close/>
              </a:path>
            </a:pathLst>
          </a:custGeom>
          <a:blipFill>
            <a:blip r:embed="rId11"/>
            <a:stretch>
              <a:fillRect l="0" t="0" r="0" b="0"/>
            </a:stretch>
          </a:blipFill>
        </p:spPr>
      </p:sp>
      <p:sp>
        <p:nvSpPr>
          <p:cNvPr name="Freeform 12" id="12"/>
          <p:cNvSpPr/>
          <p:nvPr/>
        </p:nvSpPr>
        <p:spPr>
          <a:xfrm flipH="false" flipV="false" rot="0">
            <a:off x="11649603" y="5012881"/>
            <a:ext cx="1322057" cy="1374712"/>
          </a:xfrm>
          <a:custGeom>
            <a:avLst/>
            <a:gdLst/>
            <a:ahLst/>
            <a:cxnLst/>
            <a:rect r="r" b="b" t="t" l="l"/>
            <a:pathLst>
              <a:path h="1374712" w="1322057">
                <a:moveTo>
                  <a:pt x="0" y="0"/>
                </a:moveTo>
                <a:lnTo>
                  <a:pt x="1322057" y="0"/>
                </a:lnTo>
                <a:lnTo>
                  <a:pt x="1322057" y="1374712"/>
                </a:lnTo>
                <a:lnTo>
                  <a:pt x="0" y="1374712"/>
                </a:lnTo>
                <a:lnTo>
                  <a:pt x="0" y="0"/>
                </a:lnTo>
                <a:close/>
              </a:path>
            </a:pathLst>
          </a:custGeom>
          <a:blipFill>
            <a:blip r:embed="rId12"/>
            <a:stretch>
              <a:fillRect l="0" t="0" r="0" b="0"/>
            </a:stretch>
          </a:blipFill>
        </p:spPr>
      </p:sp>
      <p:sp>
        <p:nvSpPr>
          <p:cNvPr name="Freeform 13" id="13"/>
          <p:cNvSpPr/>
          <p:nvPr/>
        </p:nvSpPr>
        <p:spPr>
          <a:xfrm flipH="false" flipV="false" rot="0">
            <a:off x="13486009" y="5119312"/>
            <a:ext cx="966659" cy="1161849"/>
          </a:xfrm>
          <a:custGeom>
            <a:avLst/>
            <a:gdLst/>
            <a:ahLst/>
            <a:cxnLst/>
            <a:rect r="r" b="b" t="t" l="l"/>
            <a:pathLst>
              <a:path h="1161849" w="966659">
                <a:moveTo>
                  <a:pt x="0" y="0"/>
                </a:moveTo>
                <a:lnTo>
                  <a:pt x="966658" y="0"/>
                </a:lnTo>
                <a:lnTo>
                  <a:pt x="966658" y="1161849"/>
                </a:lnTo>
                <a:lnTo>
                  <a:pt x="0" y="1161849"/>
                </a:lnTo>
                <a:lnTo>
                  <a:pt x="0" y="0"/>
                </a:lnTo>
                <a:close/>
              </a:path>
            </a:pathLst>
          </a:custGeom>
          <a:blipFill>
            <a:blip r:embed="rId13"/>
            <a:stretch>
              <a:fillRect l="0" t="0" r="0" b="0"/>
            </a:stretch>
          </a:blipFill>
        </p:spPr>
      </p:sp>
      <p:sp>
        <p:nvSpPr>
          <p:cNvPr name="Freeform 14" id="14"/>
          <p:cNvSpPr/>
          <p:nvPr/>
        </p:nvSpPr>
        <p:spPr>
          <a:xfrm flipH="false" flipV="false" rot="0">
            <a:off x="14955661" y="5081924"/>
            <a:ext cx="1149756" cy="1236625"/>
          </a:xfrm>
          <a:custGeom>
            <a:avLst/>
            <a:gdLst/>
            <a:ahLst/>
            <a:cxnLst/>
            <a:rect r="r" b="b" t="t" l="l"/>
            <a:pathLst>
              <a:path h="1236625" w="1149756">
                <a:moveTo>
                  <a:pt x="0" y="0"/>
                </a:moveTo>
                <a:lnTo>
                  <a:pt x="1149756" y="0"/>
                </a:lnTo>
                <a:lnTo>
                  <a:pt x="1149756" y="1236625"/>
                </a:lnTo>
                <a:lnTo>
                  <a:pt x="0" y="1236625"/>
                </a:lnTo>
                <a:lnTo>
                  <a:pt x="0" y="0"/>
                </a:lnTo>
                <a:close/>
              </a:path>
            </a:pathLst>
          </a:custGeom>
          <a:blipFill>
            <a:blip r:embed="rId14"/>
            <a:stretch>
              <a:fillRect l="0" t="-2125" r="0" b="-2125"/>
            </a:stretch>
          </a:blipFill>
        </p:spPr>
      </p:sp>
      <p:sp>
        <p:nvSpPr>
          <p:cNvPr name="Freeform 15" id="15"/>
          <p:cNvSpPr/>
          <p:nvPr/>
        </p:nvSpPr>
        <p:spPr>
          <a:xfrm flipH="false" flipV="false" rot="0">
            <a:off x="10287132" y="6726073"/>
            <a:ext cx="977928" cy="1160458"/>
          </a:xfrm>
          <a:custGeom>
            <a:avLst/>
            <a:gdLst/>
            <a:ahLst/>
            <a:cxnLst/>
            <a:rect r="r" b="b" t="t" l="l"/>
            <a:pathLst>
              <a:path h="1160458" w="977928">
                <a:moveTo>
                  <a:pt x="0" y="0"/>
                </a:moveTo>
                <a:lnTo>
                  <a:pt x="977928" y="0"/>
                </a:lnTo>
                <a:lnTo>
                  <a:pt x="977928" y="1160458"/>
                </a:lnTo>
                <a:lnTo>
                  <a:pt x="0" y="1160458"/>
                </a:lnTo>
                <a:lnTo>
                  <a:pt x="0" y="0"/>
                </a:lnTo>
                <a:close/>
              </a:path>
            </a:pathLst>
          </a:custGeom>
          <a:blipFill>
            <a:blip r:embed="rId15"/>
            <a:stretch>
              <a:fillRect l="0" t="0" r="0" b="0"/>
            </a:stretch>
          </a:blipFill>
        </p:spPr>
      </p:sp>
      <p:sp>
        <p:nvSpPr>
          <p:cNvPr name="Freeform 16" id="16"/>
          <p:cNvSpPr/>
          <p:nvPr/>
        </p:nvSpPr>
        <p:spPr>
          <a:xfrm flipH="false" flipV="false" rot="0">
            <a:off x="11847119" y="6755771"/>
            <a:ext cx="927026" cy="1101063"/>
          </a:xfrm>
          <a:custGeom>
            <a:avLst/>
            <a:gdLst/>
            <a:ahLst/>
            <a:cxnLst/>
            <a:rect r="r" b="b" t="t" l="l"/>
            <a:pathLst>
              <a:path h="1101063" w="927026">
                <a:moveTo>
                  <a:pt x="0" y="0"/>
                </a:moveTo>
                <a:lnTo>
                  <a:pt x="927025" y="0"/>
                </a:lnTo>
                <a:lnTo>
                  <a:pt x="927025" y="1101062"/>
                </a:lnTo>
                <a:lnTo>
                  <a:pt x="0" y="1101062"/>
                </a:lnTo>
                <a:lnTo>
                  <a:pt x="0" y="0"/>
                </a:lnTo>
                <a:close/>
              </a:path>
            </a:pathLst>
          </a:custGeom>
          <a:blipFill>
            <a:blip r:embed="rId16"/>
            <a:stretch>
              <a:fillRect l="0" t="0" r="0" b="0"/>
            </a:stretch>
          </a:blipFill>
        </p:spPr>
      </p:sp>
      <p:sp>
        <p:nvSpPr>
          <p:cNvPr name="TextBox 17" id="17"/>
          <p:cNvSpPr txBox="true"/>
          <p:nvPr/>
        </p:nvSpPr>
        <p:spPr>
          <a:xfrm rot="0">
            <a:off x="1028700" y="767865"/>
            <a:ext cx="5059131" cy="2547526"/>
          </a:xfrm>
          <a:prstGeom prst="rect">
            <a:avLst/>
          </a:prstGeom>
        </p:spPr>
        <p:txBody>
          <a:bodyPr anchor="t" rtlCol="false" tIns="0" lIns="0" bIns="0" rIns="0">
            <a:spAutoFit/>
          </a:bodyPr>
          <a:lstStyle/>
          <a:p>
            <a:pPr algn="l" marL="0" indent="0" lvl="0">
              <a:lnSpc>
                <a:spcPts val="10260"/>
              </a:lnSpc>
              <a:spcBef>
                <a:spcPct val="0"/>
              </a:spcBef>
            </a:pPr>
            <a:r>
              <a:rPr lang="en-US" sz="7328" strike="noStrike" u="none">
                <a:solidFill>
                  <a:srgbClr val="FFFFFF"/>
                </a:solidFill>
                <a:latin typeface="Fira Code"/>
                <a:ea typeface="Fira Code"/>
                <a:cs typeface="Fira Code"/>
                <a:sym typeface="Fira Code"/>
              </a:rPr>
              <a:t>Resource </a:t>
            </a:r>
          </a:p>
          <a:p>
            <a:pPr algn="l" marL="0" indent="0" lvl="0">
              <a:lnSpc>
                <a:spcPts val="10260"/>
              </a:lnSpc>
              <a:spcBef>
                <a:spcPct val="0"/>
              </a:spcBef>
            </a:pPr>
            <a:r>
              <a:rPr lang="en-US" sz="7328" strike="noStrike" u="none">
                <a:solidFill>
                  <a:srgbClr val="FFFFFF"/>
                </a:solidFill>
                <a:latin typeface="Fira Code"/>
                <a:ea typeface="Fira Code"/>
                <a:cs typeface="Fira Code"/>
                <a:sym typeface="Fira Code"/>
              </a:rPr>
              <a:t>Page</a:t>
            </a:r>
          </a:p>
        </p:txBody>
      </p:sp>
      <p:sp>
        <p:nvSpPr>
          <p:cNvPr name="TextBox 18" id="18"/>
          <p:cNvSpPr txBox="true"/>
          <p:nvPr/>
        </p:nvSpPr>
        <p:spPr>
          <a:xfrm rot="0">
            <a:off x="1028700" y="3922791"/>
            <a:ext cx="6062934" cy="5145405"/>
          </a:xfrm>
          <a:prstGeom prst="rect">
            <a:avLst/>
          </a:prstGeom>
        </p:spPr>
        <p:txBody>
          <a:bodyPr anchor="t" rtlCol="false" tIns="0" lIns="0" bIns="0" rIns="0">
            <a:spAutoFit/>
          </a:bodyPr>
          <a:lstStyle/>
          <a:p>
            <a:pPr algn="l">
              <a:lnSpc>
                <a:spcPts val="2730"/>
              </a:lnSpc>
            </a:pPr>
            <a:r>
              <a:rPr lang="en-US" sz="2100">
                <a:solidFill>
                  <a:srgbClr val="FFFFFF"/>
                </a:solidFill>
                <a:latin typeface="Fira Code"/>
                <a:ea typeface="Fira Code"/>
                <a:cs typeface="Fira Code"/>
                <a:sym typeface="Fira Code"/>
              </a:rPr>
              <a:t>Use these design resources in your Canva Presentation.</a:t>
            </a:r>
          </a:p>
          <a:p>
            <a:pPr algn="l">
              <a:lnSpc>
                <a:spcPts val="2730"/>
              </a:lnSpc>
            </a:pPr>
          </a:p>
          <a:p>
            <a:pPr algn="l">
              <a:lnSpc>
                <a:spcPts val="2730"/>
              </a:lnSpc>
            </a:pPr>
          </a:p>
          <a:p>
            <a:pPr algn="l">
              <a:lnSpc>
                <a:spcPts val="2730"/>
              </a:lnSpc>
            </a:pPr>
          </a:p>
          <a:p>
            <a:pPr algn="l">
              <a:lnSpc>
                <a:spcPts val="2730"/>
              </a:lnSpc>
            </a:pPr>
          </a:p>
          <a:p>
            <a:pPr algn="l">
              <a:lnSpc>
                <a:spcPts val="2730"/>
              </a:lnSpc>
            </a:pPr>
          </a:p>
          <a:p>
            <a:pPr algn="l">
              <a:lnSpc>
                <a:spcPts val="2730"/>
              </a:lnSpc>
            </a:pPr>
          </a:p>
          <a:p>
            <a:pPr algn="l">
              <a:lnSpc>
                <a:spcPts val="2730"/>
              </a:lnSpc>
            </a:pPr>
          </a:p>
          <a:p>
            <a:pPr algn="l">
              <a:lnSpc>
                <a:spcPts val="2730"/>
              </a:lnSpc>
            </a:pPr>
          </a:p>
          <a:p>
            <a:pPr algn="l">
              <a:lnSpc>
                <a:spcPts val="2730"/>
              </a:lnSpc>
            </a:pPr>
            <a:r>
              <a:rPr lang="en-US" sz="2100">
                <a:solidFill>
                  <a:srgbClr val="FFFFFF"/>
                </a:solidFill>
                <a:latin typeface="Fira Code"/>
                <a:ea typeface="Fira Code"/>
                <a:cs typeface="Fira Code"/>
                <a:sym typeface="Fira Code"/>
              </a:rPr>
              <a:t>You can find these fonts online too. Happy designing! </a:t>
            </a:r>
          </a:p>
          <a:p>
            <a:pPr algn="l">
              <a:lnSpc>
                <a:spcPts val="2730"/>
              </a:lnSpc>
            </a:pPr>
          </a:p>
          <a:p>
            <a:pPr algn="l">
              <a:lnSpc>
                <a:spcPts val="2730"/>
              </a:lnSpc>
            </a:pPr>
            <a:r>
              <a:rPr lang="en-US" sz="2100">
                <a:solidFill>
                  <a:srgbClr val="FFFFFF"/>
                </a:solidFill>
                <a:latin typeface="Fira Code"/>
                <a:ea typeface="Fira Code"/>
                <a:cs typeface="Fira Code"/>
                <a:sym typeface="Fira Code"/>
              </a:rPr>
              <a:t>Don't forget to delete this page before presenting.</a:t>
            </a:r>
            <a:r>
              <a:rPr lang="en-US" sz="2100">
                <a:solidFill>
                  <a:srgbClr val="FFFFFF"/>
                </a:solidFill>
                <a:latin typeface="Fira Code"/>
                <a:ea typeface="Fira Code"/>
                <a:cs typeface="Fira Code"/>
                <a:sym typeface="Fira Code"/>
              </a:rPr>
              <a:t> </a:t>
            </a:r>
          </a:p>
        </p:txBody>
      </p:sp>
      <p:sp>
        <p:nvSpPr>
          <p:cNvPr name="TextBox 19" id="19"/>
          <p:cNvSpPr txBox="true"/>
          <p:nvPr/>
        </p:nvSpPr>
        <p:spPr>
          <a:xfrm rot="0">
            <a:off x="1028700" y="4826595"/>
            <a:ext cx="5604702" cy="687705"/>
          </a:xfrm>
          <a:prstGeom prst="rect">
            <a:avLst/>
          </a:prstGeom>
        </p:spPr>
        <p:txBody>
          <a:bodyPr anchor="t" rtlCol="false" tIns="0" lIns="0" bIns="0" rIns="0">
            <a:spAutoFit/>
          </a:bodyPr>
          <a:lstStyle/>
          <a:p>
            <a:pPr algn="l" marL="0" indent="0" lvl="0">
              <a:lnSpc>
                <a:spcPts val="2730"/>
              </a:lnSpc>
              <a:spcBef>
                <a:spcPct val="0"/>
              </a:spcBef>
            </a:pPr>
            <a:r>
              <a:rPr lang="en-US" sz="2100">
                <a:solidFill>
                  <a:srgbClr val="FFFFFF"/>
                </a:solidFill>
                <a:latin typeface="Fira Code"/>
                <a:ea typeface="Fira Code"/>
                <a:cs typeface="Fira Code"/>
                <a:sym typeface="Fira Code"/>
              </a:rPr>
              <a:t>This presentation template uses the following free fonts:</a:t>
            </a:r>
          </a:p>
        </p:txBody>
      </p:sp>
      <p:sp>
        <p:nvSpPr>
          <p:cNvPr name="TextBox 20" id="20"/>
          <p:cNvSpPr txBox="true"/>
          <p:nvPr/>
        </p:nvSpPr>
        <p:spPr>
          <a:xfrm rot="0">
            <a:off x="1028700" y="6055560"/>
            <a:ext cx="8567647" cy="1108710"/>
          </a:xfrm>
          <a:prstGeom prst="rect">
            <a:avLst/>
          </a:prstGeom>
        </p:spPr>
        <p:txBody>
          <a:bodyPr anchor="t" rtlCol="false" tIns="0" lIns="0" bIns="0" rIns="0">
            <a:spAutoFit/>
          </a:bodyPr>
          <a:lstStyle/>
          <a:p>
            <a:pPr algn="l" marL="453390" indent="-226695" lvl="1">
              <a:lnSpc>
                <a:spcPts val="2940"/>
              </a:lnSpc>
              <a:buAutoNum type="arabicPeriod" startAt="1"/>
            </a:pPr>
            <a:r>
              <a:rPr lang="en-US" sz="2100">
                <a:solidFill>
                  <a:srgbClr val="FFFFFF"/>
                </a:solidFill>
                <a:latin typeface="Fira Code"/>
                <a:ea typeface="Fira Code"/>
                <a:cs typeface="Fira Code"/>
                <a:sym typeface="Fira Code"/>
              </a:rPr>
              <a:t>Titles: Fira code</a:t>
            </a:r>
          </a:p>
          <a:p>
            <a:pPr algn="l" marL="453390" indent="-226695" lvl="1">
              <a:lnSpc>
                <a:spcPts val="2940"/>
              </a:lnSpc>
              <a:buAutoNum type="arabicPeriod" startAt="1"/>
            </a:pPr>
            <a:r>
              <a:rPr lang="en-US" sz="2100">
                <a:solidFill>
                  <a:srgbClr val="FFFFFF"/>
                </a:solidFill>
                <a:latin typeface="Fira Code"/>
                <a:ea typeface="Fira Code"/>
                <a:cs typeface="Fira Code"/>
                <a:sym typeface="Fira Code"/>
              </a:rPr>
              <a:t>Headers: Fira code</a:t>
            </a:r>
          </a:p>
          <a:p>
            <a:pPr algn="l" marL="453390" indent="-226695" lvl="1">
              <a:lnSpc>
                <a:spcPts val="2940"/>
              </a:lnSpc>
              <a:buAutoNum type="arabicPeriod" startAt="1"/>
            </a:pPr>
            <a:r>
              <a:rPr lang="en-US" sz="2100">
                <a:solidFill>
                  <a:srgbClr val="FFFFFF"/>
                </a:solidFill>
                <a:latin typeface="Fira Code"/>
                <a:ea typeface="Fira Code"/>
                <a:cs typeface="Fira Code"/>
                <a:sym typeface="Fira Code"/>
              </a:rPr>
              <a:t>Body Copy: Fira code</a:t>
            </a:r>
          </a:p>
        </p:txBody>
      </p:sp>
      <p:sp>
        <p:nvSpPr>
          <p:cNvPr name="Freeform 21" id="21"/>
          <p:cNvSpPr/>
          <p:nvPr/>
        </p:nvSpPr>
        <p:spPr>
          <a:xfrm flipH="false" flipV="false" rot="0">
            <a:off x="13624488" y="6840366"/>
            <a:ext cx="787856" cy="931872"/>
          </a:xfrm>
          <a:custGeom>
            <a:avLst/>
            <a:gdLst/>
            <a:ahLst/>
            <a:cxnLst/>
            <a:rect r="r" b="b" t="t" l="l"/>
            <a:pathLst>
              <a:path h="931872" w="787856">
                <a:moveTo>
                  <a:pt x="0" y="0"/>
                </a:moveTo>
                <a:lnTo>
                  <a:pt x="787856" y="0"/>
                </a:lnTo>
                <a:lnTo>
                  <a:pt x="787856" y="931872"/>
                </a:lnTo>
                <a:lnTo>
                  <a:pt x="0" y="931872"/>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2" id="22"/>
          <p:cNvSpPr/>
          <p:nvPr/>
        </p:nvSpPr>
        <p:spPr>
          <a:xfrm flipH="false" flipV="false" rot="0">
            <a:off x="15097977" y="6868969"/>
            <a:ext cx="865124" cy="874666"/>
          </a:xfrm>
          <a:custGeom>
            <a:avLst/>
            <a:gdLst/>
            <a:ahLst/>
            <a:cxnLst/>
            <a:rect r="r" b="b" t="t" l="l"/>
            <a:pathLst>
              <a:path h="874666" w="865124">
                <a:moveTo>
                  <a:pt x="0" y="0"/>
                </a:moveTo>
                <a:lnTo>
                  <a:pt x="865124" y="0"/>
                </a:lnTo>
                <a:lnTo>
                  <a:pt x="865124" y="874666"/>
                </a:lnTo>
                <a:lnTo>
                  <a:pt x="0" y="874666"/>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23" id="23"/>
          <p:cNvSpPr/>
          <p:nvPr/>
        </p:nvSpPr>
        <p:spPr>
          <a:xfrm flipH="false" flipV="false" rot="0">
            <a:off x="10464435" y="8110183"/>
            <a:ext cx="766920" cy="916970"/>
          </a:xfrm>
          <a:custGeom>
            <a:avLst/>
            <a:gdLst/>
            <a:ahLst/>
            <a:cxnLst/>
            <a:rect r="r" b="b" t="t" l="l"/>
            <a:pathLst>
              <a:path h="916970" w="766920">
                <a:moveTo>
                  <a:pt x="0" y="0"/>
                </a:moveTo>
                <a:lnTo>
                  <a:pt x="766921" y="0"/>
                </a:lnTo>
                <a:lnTo>
                  <a:pt x="766921" y="916970"/>
                </a:lnTo>
                <a:lnTo>
                  <a:pt x="0" y="916970"/>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24" id="24"/>
          <p:cNvSpPr/>
          <p:nvPr/>
        </p:nvSpPr>
        <p:spPr>
          <a:xfrm flipH="false" flipV="false" rot="0">
            <a:off x="13589845" y="8164331"/>
            <a:ext cx="862823" cy="862823"/>
          </a:xfrm>
          <a:custGeom>
            <a:avLst/>
            <a:gdLst/>
            <a:ahLst/>
            <a:cxnLst/>
            <a:rect r="r" b="b" t="t" l="l"/>
            <a:pathLst>
              <a:path h="862823" w="862823">
                <a:moveTo>
                  <a:pt x="0" y="0"/>
                </a:moveTo>
                <a:lnTo>
                  <a:pt x="862822" y="0"/>
                </a:lnTo>
                <a:lnTo>
                  <a:pt x="862822" y="862822"/>
                </a:lnTo>
                <a:lnTo>
                  <a:pt x="0" y="862822"/>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Freeform 25" id="25"/>
          <p:cNvSpPr/>
          <p:nvPr/>
        </p:nvSpPr>
        <p:spPr>
          <a:xfrm flipH="false" flipV="false" rot="0">
            <a:off x="11887405" y="8240834"/>
            <a:ext cx="1034203" cy="827362"/>
          </a:xfrm>
          <a:custGeom>
            <a:avLst/>
            <a:gdLst/>
            <a:ahLst/>
            <a:cxnLst/>
            <a:rect r="r" b="b" t="t" l="l"/>
            <a:pathLst>
              <a:path h="827362" w="1034203">
                <a:moveTo>
                  <a:pt x="0" y="0"/>
                </a:moveTo>
                <a:lnTo>
                  <a:pt x="1034203" y="0"/>
                </a:lnTo>
                <a:lnTo>
                  <a:pt x="1034203" y="827362"/>
                </a:lnTo>
                <a:lnTo>
                  <a:pt x="0" y="827362"/>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
        <p:nvSpPr>
          <p:cNvPr name="Freeform 26" id="26"/>
          <p:cNvSpPr/>
          <p:nvPr/>
        </p:nvSpPr>
        <p:spPr>
          <a:xfrm flipH="true" flipV="true" rot="-5400000">
            <a:off x="15101612" y="7859974"/>
            <a:ext cx="857854" cy="1332907"/>
          </a:xfrm>
          <a:custGeom>
            <a:avLst/>
            <a:gdLst/>
            <a:ahLst/>
            <a:cxnLst/>
            <a:rect r="r" b="b" t="t" l="l"/>
            <a:pathLst>
              <a:path h="1332907" w="857854">
                <a:moveTo>
                  <a:pt x="857854" y="1332907"/>
                </a:moveTo>
                <a:lnTo>
                  <a:pt x="0" y="1332907"/>
                </a:lnTo>
                <a:lnTo>
                  <a:pt x="0" y="0"/>
                </a:lnTo>
                <a:lnTo>
                  <a:pt x="857854" y="0"/>
                </a:lnTo>
                <a:lnTo>
                  <a:pt x="857854" y="1332907"/>
                </a:lnTo>
                <a:close/>
              </a:path>
            </a:pathLst>
          </a:custGeom>
          <a:blipFill>
            <a:blip r:embed="rId2"/>
            <a:stretch>
              <a:fillRect l="0" t="-7208" r="0" b="-7208"/>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true" flipV="true" rot="-5400000">
            <a:off x="3302655" y="-3708842"/>
            <a:ext cx="11927910" cy="18533220"/>
          </a:xfrm>
          <a:custGeom>
            <a:avLst/>
            <a:gdLst/>
            <a:ahLst/>
            <a:cxnLst/>
            <a:rect r="r" b="b" t="t" l="l"/>
            <a:pathLst>
              <a:path h="18533220" w="11927910">
                <a:moveTo>
                  <a:pt x="11927910" y="18533220"/>
                </a:moveTo>
                <a:lnTo>
                  <a:pt x="0" y="18533220"/>
                </a:lnTo>
                <a:lnTo>
                  <a:pt x="0" y="0"/>
                </a:lnTo>
                <a:lnTo>
                  <a:pt x="11927910" y="0"/>
                </a:lnTo>
                <a:lnTo>
                  <a:pt x="11927910" y="18533220"/>
                </a:lnTo>
                <a:close/>
              </a:path>
            </a:pathLst>
          </a:custGeom>
          <a:blipFill>
            <a:blip r:embed="rId2">
              <a:alphaModFix amt="50000"/>
            </a:blip>
            <a:stretch>
              <a:fillRect l="0" t="-7208" r="0" b="-7208"/>
            </a:stretch>
          </a:blipFill>
        </p:spPr>
      </p:sp>
      <p:sp>
        <p:nvSpPr>
          <p:cNvPr name="TextBox 3" id="3"/>
          <p:cNvSpPr txBox="true"/>
          <p:nvPr/>
        </p:nvSpPr>
        <p:spPr>
          <a:xfrm rot="0">
            <a:off x="5280936" y="1451272"/>
            <a:ext cx="7726128" cy="1252127"/>
          </a:xfrm>
          <a:prstGeom prst="rect">
            <a:avLst/>
          </a:prstGeom>
        </p:spPr>
        <p:txBody>
          <a:bodyPr anchor="t" rtlCol="false" tIns="0" lIns="0" bIns="0" rIns="0">
            <a:spAutoFit/>
          </a:bodyPr>
          <a:lstStyle/>
          <a:p>
            <a:pPr algn="ctr" marL="0" indent="0" lvl="0">
              <a:lnSpc>
                <a:spcPts val="10260"/>
              </a:lnSpc>
              <a:spcBef>
                <a:spcPct val="0"/>
              </a:spcBef>
            </a:pPr>
            <a:r>
              <a:rPr lang="en-US" sz="7328" strike="noStrike" u="none">
                <a:solidFill>
                  <a:srgbClr val="FFFFFF"/>
                </a:solidFill>
                <a:latin typeface="Fira Code"/>
                <a:ea typeface="Fira Code"/>
                <a:cs typeface="Fira Code"/>
                <a:sym typeface="Fira Code"/>
              </a:rPr>
              <a:t>Credits</a:t>
            </a:r>
          </a:p>
        </p:txBody>
      </p:sp>
      <p:sp>
        <p:nvSpPr>
          <p:cNvPr name="TextBox 4" id="4"/>
          <p:cNvSpPr txBox="true"/>
          <p:nvPr/>
        </p:nvSpPr>
        <p:spPr>
          <a:xfrm rot="0">
            <a:off x="2136856" y="5419446"/>
            <a:ext cx="14014287" cy="344805"/>
          </a:xfrm>
          <a:prstGeom prst="rect">
            <a:avLst/>
          </a:prstGeom>
        </p:spPr>
        <p:txBody>
          <a:bodyPr anchor="t" rtlCol="false" tIns="0" lIns="0" bIns="0" rIns="0">
            <a:spAutoFit/>
          </a:bodyPr>
          <a:lstStyle/>
          <a:p>
            <a:pPr algn="ctr" marL="0" indent="0" lvl="0">
              <a:lnSpc>
                <a:spcPts val="2730"/>
              </a:lnSpc>
              <a:spcBef>
                <a:spcPct val="0"/>
              </a:spcBef>
            </a:pPr>
            <a:r>
              <a:rPr lang="en-US" sz="2100">
                <a:solidFill>
                  <a:srgbClr val="FFFFFF"/>
                </a:solidFill>
                <a:latin typeface="Fira Code"/>
                <a:ea typeface="Fira Code"/>
                <a:cs typeface="Fira Code"/>
                <a:sym typeface="Fira Code"/>
              </a:rPr>
              <a:t>This presentation template is free for everyone to use thanks to the following:</a:t>
            </a:r>
          </a:p>
        </p:txBody>
      </p:sp>
      <p:sp>
        <p:nvSpPr>
          <p:cNvPr name="TextBox 5" id="5"/>
          <p:cNvSpPr txBox="true"/>
          <p:nvPr/>
        </p:nvSpPr>
        <p:spPr>
          <a:xfrm rot="0">
            <a:off x="1637550" y="6078023"/>
            <a:ext cx="15012900" cy="737235"/>
          </a:xfrm>
          <a:prstGeom prst="rect">
            <a:avLst/>
          </a:prstGeom>
        </p:spPr>
        <p:txBody>
          <a:bodyPr anchor="t" rtlCol="false" tIns="0" lIns="0" bIns="0" rIns="0">
            <a:spAutoFit/>
          </a:bodyPr>
          <a:lstStyle/>
          <a:p>
            <a:pPr algn="ctr">
              <a:lnSpc>
                <a:spcPts val="2940"/>
              </a:lnSpc>
            </a:pPr>
            <a:r>
              <a:rPr lang="en-US" sz="2100">
                <a:solidFill>
                  <a:srgbClr val="FFFFFF"/>
                </a:solidFill>
                <a:latin typeface="Fira Code"/>
                <a:ea typeface="Fira Code"/>
                <a:cs typeface="Fira Code"/>
                <a:sym typeface="Fira Code"/>
              </a:rPr>
              <a:t>SlidesCarnival for the presentation template</a:t>
            </a:r>
          </a:p>
          <a:p>
            <a:pPr algn="ctr">
              <a:lnSpc>
                <a:spcPts val="2940"/>
              </a:lnSpc>
            </a:pPr>
            <a:r>
              <a:rPr lang="en-US" sz="2100">
                <a:solidFill>
                  <a:srgbClr val="FFFFFF"/>
                </a:solidFill>
                <a:latin typeface="Fira Code"/>
                <a:ea typeface="Fira Code"/>
                <a:cs typeface="Fira Code"/>
                <a:sym typeface="Fira Code"/>
              </a:rPr>
              <a:t>Pexels for the photos</a:t>
            </a:r>
          </a:p>
        </p:txBody>
      </p:sp>
      <p:sp>
        <p:nvSpPr>
          <p:cNvPr name="TextBox 6" id="6"/>
          <p:cNvSpPr txBox="true"/>
          <p:nvPr/>
        </p:nvSpPr>
        <p:spPr>
          <a:xfrm rot="0">
            <a:off x="1637550" y="7440726"/>
            <a:ext cx="15012900" cy="1252127"/>
          </a:xfrm>
          <a:prstGeom prst="rect">
            <a:avLst/>
          </a:prstGeom>
        </p:spPr>
        <p:txBody>
          <a:bodyPr anchor="t" rtlCol="false" tIns="0" lIns="0" bIns="0" rIns="0">
            <a:spAutoFit/>
          </a:bodyPr>
          <a:lstStyle/>
          <a:p>
            <a:pPr algn="ctr" marL="0" indent="0" lvl="0">
              <a:lnSpc>
                <a:spcPts val="10260"/>
              </a:lnSpc>
              <a:spcBef>
                <a:spcPct val="0"/>
              </a:spcBef>
            </a:pPr>
            <a:r>
              <a:rPr lang="en-US" sz="7328" strike="noStrike" u="none">
                <a:solidFill>
                  <a:srgbClr val="FFFFFF"/>
                </a:solidFill>
                <a:latin typeface="Fira Code"/>
                <a:ea typeface="Fira Code"/>
                <a:cs typeface="Fira Code"/>
                <a:sym typeface="Fira Code"/>
              </a:rPr>
              <a:t>Happy designing! </a:t>
            </a:r>
          </a:p>
        </p:txBody>
      </p:sp>
      <p:sp>
        <p:nvSpPr>
          <p:cNvPr name="Freeform 7" id="7"/>
          <p:cNvSpPr/>
          <p:nvPr/>
        </p:nvSpPr>
        <p:spPr>
          <a:xfrm flipH="false" flipV="false" rot="0">
            <a:off x="6131256" y="3322524"/>
            <a:ext cx="6025487" cy="1506372"/>
          </a:xfrm>
          <a:custGeom>
            <a:avLst/>
            <a:gdLst/>
            <a:ahLst/>
            <a:cxnLst/>
            <a:rect r="r" b="b" t="t" l="l"/>
            <a:pathLst>
              <a:path h="1506372" w="6025487">
                <a:moveTo>
                  <a:pt x="0" y="0"/>
                </a:moveTo>
                <a:lnTo>
                  <a:pt x="6025488" y="0"/>
                </a:lnTo>
                <a:lnTo>
                  <a:pt x="6025488" y="1506372"/>
                </a:lnTo>
                <a:lnTo>
                  <a:pt x="0" y="150637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DAHNnnxmqS4</dc:identifier>
  <dcterms:modified xsi:type="dcterms:W3CDTF">2011-08-01T06:04:30Z</dcterms:modified>
  <cp:revision>1</cp:revision>
  <dc:title>Bản sao của Programming Language Workshop for Beginners Presentation</dc:title>
</cp:coreProperties>
</file>